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"/>
  </p:sldMasterIdLst>
  <p:notesMasterIdLst>
    <p:notesMasterId r:id="rId13"/>
  </p:notesMasterIdLst>
  <p:handoutMasterIdLst>
    <p:handoutMasterId r:id="rId14"/>
  </p:handoutMasterIdLst>
  <p:sldIdLst>
    <p:sldId id="322" r:id="rId2"/>
    <p:sldId id="392" r:id="rId3"/>
    <p:sldId id="397" r:id="rId4"/>
    <p:sldId id="398" r:id="rId5"/>
    <p:sldId id="399" r:id="rId6"/>
    <p:sldId id="400" r:id="rId7"/>
    <p:sldId id="402" r:id="rId8"/>
    <p:sldId id="401" r:id="rId9"/>
    <p:sldId id="403" r:id="rId10"/>
    <p:sldId id="404" r:id="rId11"/>
    <p:sldId id="393" r:id="rId12"/>
  </p:sldIdLst>
  <p:sldSz cx="9144000" cy="6858000" type="screen4x3"/>
  <p:notesSz cx="6648450" cy="9780588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4800" b="1" kern="1200">
        <a:solidFill>
          <a:srgbClr val="996633"/>
        </a:solidFill>
        <a:latin typeface="隶书" pitchFamily="49" charset="-122"/>
        <a:ea typeface="隶书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4800" b="1" kern="1200">
        <a:solidFill>
          <a:srgbClr val="996633"/>
        </a:solidFill>
        <a:latin typeface="隶书" pitchFamily="49" charset="-122"/>
        <a:ea typeface="隶书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4800" b="1" kern="1200">
        <a:solidFill>
          <a:srgbClr val="996633"/>
        </a:solidFill>
        <a:latin typeface="隶书" pitchFamily="49" charset="-122"/>
        <a:ea typeface="隶书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4800" b="1" kern="1200">
        <a:solidFill>
          <a:srgbClr val="996633"/>
        </a:solidFill>
        <a:latin typeface="隶书" pitchFamily="49" charset="-122"/>
        <a:ea typeface="隶书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4800" b="1" kern="1200">
        <a:solidFill>
          <a:srgbClr val="996633"/>
        </a:solidFill>
        <a:latin typeface="隶书" pitchFamily="49" charset="-122"/>
        <a:ea typeface="隶书" pitchFamily="49" charset="-122"/>
        <a:cs typeface="+mn-cs"/>
      </a:defRPr>
    </a:lvl5pPr>
    <a:lvl6pPr marL="2286000" algn="l" defTabSz="914400" rtl="0" eaLnBrk="1" latinLnBrk="0" hangingPunct="1">
      <a:defRPr kumimoji="1" sz="4800" b="1" kern="1200">
        <a:solidFill>
          <a:srgbClr val="996633"/>
        </a:solidFill>
        <a:latin typeface="隶书" pitchFamily="49" charset="-122"/>
        <a:ea typeface="隶书" pitchFamily="49" charset="-122"/>
        <a:cs typeface="+mn-cs"/>
      </a:defRPr>
    </a:lvl6pPr>
    <a:lvl7pPr marL="2743200" algn="l" defTabSz="914400" rtl="0" eaLnBrk="1" latinLnBrk="0" hangingPunct="1">
      <a:defRPr kumimoji="1" sz="4800" b="1" kern="1200">
        <a:solidFill>
          <a:srgbClr val="996633"/>
        </a:solidFill>
        <a:latin typeface="隶书" pitchFamily="49" charset="-122"/>
        <a:ea typeface="隶书" pitchFamily="49" charset="-122"/>
        <a:cs typeface="+mn-cs"/>
      </a:defRPr>
    </a:lvl7pPr>
    <a:lvl8pPr marL="3200400" algn="l" defTabSz="914400" rtl="0" eaLnBrk="1" latinLnBrk="0" hangingPunct="1">
      <a:defRPr kumimoji="1" sz="4800" b="1" kern="1200">
        <a:solidFill>
          <a:srgbClr val="996633"/>
        </a:solidFill>
        <a:latin typeface="隶书" pitchFamily="49" charset="-122"/>
        <a:ea typeface="隶书" pitchFamily="49" charset="-122"/>
        <a:cs typeface="+mn-cs"/>
      </a:defRPr>
    </a:lvl8pPr>
    <a:lvl9pPr marL="3657600" algn="l" defTabSz="914400" rtl="0" eaLnBrk="1" latinLnBrk="0" hangingPunct="1">
      <a:defRPr kumimoji="1" sz="4800" b="1" kern="1200">
        <a:solidFill>
          <a:srgbClr val="996633"/>
        </a:solidFill>
        <a:latin typeface="隶书" pitchFamily="49" charset="-122"/>
        <a:ea typeface="隶书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5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00"/>
    <a:srgbClr val="CC9900"/>
    <a:srgbClr val="CCCC99"/>
    <a:srgbClr val="0000FF"/>
    <a:srgbClr val="993300"/>
    <a:srgbClr val="FF9900"/>
    <a:srgbClr val="6600FF"/>
    <a:srgbClr val="FF0066"/>
    <a:srgbClr val="9900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5" autoAdjust="0"/>
    <p:restoredTop sz="91026" autoAdjust="0"/>
  </p:normalViewPr>
  <p:slideViewPr>
    <p:cSldViewPr>
      <p:cViewPr varScale="1">
        <p:scale>
          <a:sx n="130" d="100"/>
          <a:sy n="130" d="100"/>
        </p:scale>
        <p:origin x="964" y="-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-2970" y="-102"/>
      </p:cViewPr>
      <p:guideLst>
        <p:guide orient="horz" pos="3081"/>
        <p:guide pos="209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9335" tIns="44668" rIns="89335" bIns="44668" numCol="1" anchor="t" anchorCtr="0" compatLnSpc="1">
            <a:prstTxWarp prst="textNoShape">
              <a:avLst/>
            </a:prstTxWarp>
          </a:bodyPr>
          <a:lstStyle>
            <a:lvl1pPr defTabSz="893763">
              <a:defRPr sz="11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82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7972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9335" tIns="44668" rIns="89335" bIns="44668" numCol="1" anchor="t" anchorCtr="0" compatLnSpc="1">
            <a:prstTxWarp prst="textNoShape">
              <a:avLst/>
            </a:prstTxWarp>
          </a:bodyPr>
          <a:lstStyle>
            <a:lvl1pPr algn="r" defTabSz="893763">
              <a:defRPr sz="11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82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0050"/>
            <a:ext cx="2881313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9335" tIns="44668" rIns="89335" bIns="44668" numCol="1" anchor="b" anchorCtr="0" compatLnSpc="1">
            <a:prstTxWarp prst="textNoShape">
              <a:avLst/>
            </a:prstTxWarp>
          </a:bodyPr>
          <a:lstStyle>
            <a:lvl1pPr defTabSz="893763">
              <a:defRPr sz="11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82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0050"/>
            <a:ext cx="287972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9335" tIns="44668" rIns="89335" bIns="44668" numCol="1" anchor="b" anchorCtr="0" compatLnSpc="1">
            <a:prstTxWarp prst="textNoShape">
              <a:avLst/>
            </a:prstTxWarp>
          </a:bodyPr>
          <a:lstStyle>
            <a:lvl1pPr algn="r" defTabSz="893763">
              <a:defRPr sz="11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fld id="{25D01681-DA43-44EF-9A76-FC9C89F4312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197118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9335" tIns="44668" rIns="89335" bIns="44668" numCol="1" anchor="t" anchorCtr="0" compatLnSpc="1">
            <a:prstTxWarp prst="textNoShape">
              <a:avLst/>
            </a:prstTxWarp>
          </a:bodyPr>
          <a:lstStyle>
            <a:lvl1pPr defTabSz="893763">
              <a:defRPr sz="11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8725" y="0"/>
            <a:ext cx="287972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9335" tIns="44668" rIns="89335" bIns="44668" numCol="1" anchor="t" anchorCtr="0" compatLnSpc="1">
            <a:prstTxWarp prst="textNoShape">
              <a:avLst/>
            </a:prstTxWarp>
          </a:bodyPr>
          <a:lstStyle>
            <a:lvl1pPr algn="r" defTabSz="893763">
              <a:defRPr sz="11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34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81063" y="733425"/>
            <a:ext cx="4889500" cy="36671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63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85825" y="4645025"/>
            <a:ext cx="4876800" cy="4402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9335" tIns="44668" rIns="89335" bIns="4466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63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1638"/>
            <a:ext cx="2881313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9335" tIns="44668" rIns="89335" bIns="44668" numCol="1" anchor="b" anchorCtr="0" compatLnSpc="1">
            <a:prstTxWarp prst="textNoShape">
              <a:avLst/>
            </a:prstTxWarp>
          </a:bodyPr>
          <a:lstStyle>
            <a:lvl1pPr defTabSz="893763">
              <a:defRPr sz="11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3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8725" y="9291638"/>
            <a:ext cx="287972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9335" tIns="44668" rIns="89335" bIns="44668" numCol="1" anchor="b" anchorCtr="0" compatLnSpc="1">
            <a:prstTxWarp prst="textNoShape">
              <a:avLst/>
            </a:prstTxWarp>
          </a:bodyPr>
          <a:lstStyle>
            <a:lvl1pPr algn="r" defTabSz="893763">
              <a:defRPr sz="11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fld id="{3D87B5F7-9E23-41C7-968F-A71FC1C22F3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0997311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4515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6451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893763" eaLnBrk="0" hangingPunct="0">
              <a:defRPr kumimoji="1" sz="4800" b="1">
                <a:solidFill>
                  <a:srgbClr val="996633"/>
                </a:solidFill>
                <a:latin typeface="隶书" pitchFamily="49" charset="-122"/>
                <a:ea typeface="隶书" pitchFamily="49" charset="-122"/>
              </a:defRPr>
            </a:lvl1pPr>
            <a:lvl2pPr marL="742950" indent="-285750" defTabSz="893763" eaLnBrk="0" hangingPunct="0">
              <a:defRPr kumimoji="1" sz="4800" b="1">
                <a:solidFill>
                  <a:srgbClr val="996633"/>
                </a:solidFill>
                <a:latin typeface="隶书" pitchFamily="49" charset="-122"/>
                <a:ea typeface="隶书" pitchFamily="49" charset="-122"/>
              </a:defRPr>
            </a:lvl2pPr>
            <a:lvl3pPr marL="1143000" indent="-228600" defTabSz="893763" eaLnBrk="0" hangingPunct="0">
              <a:defRPr kumimoji="1" sz="4800" b="1">
                <a:solidFill>
                  <a:srgbClr val="996633"/>
                </a:solidFill>
                <a:latin typeface="隶书" pitchFamily="49" charset="-122"/>
                <a:ea typeface="隶书" pitchFamily="49" charset="-122"/>
              </a:defRPr>
            </a:lvl3pPr>
            <a:lvl4pPr marL="1600200" indent="-228600" defTabSz="893763" eaLnBrk="0" hangingPunct="0">
              <a:defRPr kumimoji="1" sz="4800" b="1">
                <a:solidFill>
                  <a:srgbClr val="996633"/>
                </a:solidFill>
                <a:latin typeface="隶书" pitchFamily="49" charset="-122"/>
                <a:ea typeface="隶书" pitchFamily="49" charset="-122"/>
              </a:defRPr>
            </a:lvl4pPr>
            <a:lvl5pPr marL="2057400" indent="-228600" defTabSz="893763" eaLnBrk="0" hangingPunct="0">
              <a:defRPr kumimoji="1" sz="4800" b="1">
                <a:solidFill>
                  <a:srgbClr val="996633"/>
                </a:solidFill>
                <a:latin typeface="隶书" pitchFamily="49" charset="-122"/>
                <a:ea typeface="隶书" pitchFamily="49" charset="-122"/>
              </a:defRPr>
            </a:lvl5pPr>
            <a:lvl6pPr marL="2514600" indent="-228600" defTabSz="893763" eaLnBrk="0" fontAlgn="base" hangingPunct="0"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rgbClr val="996633"/>
                </a:solidFill>
                <a:latin typeface="隶书" pitchFamily="49" charset="-122"/>
                <a:ea typeface="隶书" pitchFamily="49" charset="-122"/>
              </a:defRPr>
            </a:lvl6pPr>
            <a:lvl7pPr marL="2971800" indent="-228600" defTabSz="893763" eaLnBrk="0" fontAlgn="base" hangingPunct="0"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rgbClr val="996633"/>
                </a:solidFill>
                <a:latin typeface="隶书" pitchFamily="49" charset="-122"/>
                <a:ea typeface="隶书" pitchFamily="49" charset="-122"/>
              </a:defRPr>
            </a:lvl7pPr>
            <a:lvl8pPr marL="3429000" indent="-228600" defTabSz="893763" eaLnBrk="0" fontAlgn="base" hangingPunct="0"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rgbClr val="996633"/>
                </a:solidFill>
                <a:latin typeface="隶书" pitchFamily="49" charset="-122"/>
                <a:ea typeface="隶书" pitchFamily="49" charset="-122"/>
              </a:defRPr>
            </a:lvl8pPr>
            <a:lvl9pPr marL="3886200" indent="-228600" defTabSz="893763" eaLnBrk="0" fontAlgn="base" hangingPunct="0"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rgbClr val="996633"/>
                </a:solidFill>
                <a:latin typeface="隶书" pitchFamily="49" charset="-122"/>
                <a:ea typeface="隶书" pitchFamily="49" charset="-122"/>
              </a:defRPr>
            </a:lvl9pPr>
          </a:lstStyle>
          <a:p>
            <a:pPr eaLnBrk="1" hangingPunct="1"/>
            <a:fld id="{9BF5ADA2-6294-41EF-896E-81994FA777D0}" type="slidenum">
              <a:rPr lang="en-US" altLang="zh-CN" sz="1100" b="0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pPr eaLnBrk="1" hangingPunct="1"/>
              <a:t>1</a:t>
            </a:fld>
            <a:endParaRPr lang="en-US" altLang="zh-CN" sz="1100" b="0">
              <a:solidFill>
                <a:schemeClr val="tx1"/>
              </a:solidFill>
              <a:latin typeface="Times New Roman" pitchFamily="18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图片 10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8400" y="2494800"/>
            <a:ext cx="6913463" cy="4365114"/>
          </a:xfrm>
          <a:prstGeom prst="rect">
            <a:avLst/>
          </a:prstGeom>
        </p:spPr>
      </p:pic>
      <p:sp>
        <p:nvSpPr>
          <p:cNvPr id="5" name="Rectangle 3"/>
          <p:cNvSpPr>
            <a:spLocks noChangeArrowheads="1"/>
          </p:cNvSpPr>
          <p:nvPr userDrawn="1"/>
        </p:nvSpPr>
        <p:spPr bwMode="auto">
          <a:xfrm>
            <a:off x="1098550" y="784225"/>
            <a:ext cx="7580313" cy="14859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6" name="Group 4"/>
          <p:cNvGrpSpPr>
            <a:grpSpLocks/>
          </p:cNvGrpSpPr>
          <p:nvPr userDrawn="1"/>
        </p:nvGrpSpPr>
        <p:grpSpPr bwMode="auto">
          <a:xfrm>
            <a:off x="0" y="68263"/>
            <a:ext cx="990600" cy="6713537"/>
            <a:chOff x="0" y="43"/>
            <a:chExt cx="624" cy="4229"/>
          </a:xfrm>
        </p:grpSpPr>
        <p:sp>
          <p:nvSpPr>
            <p:cNvPr id="7" name="Line 5"/>
            <p:cNvSpPr>
              <a:spLocks noChangeShapeType="1"/>
            </p:cNvSpPr>
            <p:nvPr userDrawn="1"/>
          </p:nvSpPr>
          <p:spPr bwMode="auto">
            <a:xfrm>
              <a:off x="0" y="4203"/>
              <a:ext cx="624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" name="Line 6"/>
            <p:cNvSpPr>
              <a:spLocks noChangeShapeType="1"/>
            </p:cNvSpPr>
            <p:nvPr userDrawn="1"/>
          </p:nvSpPr>
          <p:spPr bwMode="auto">
            <a:xfrm>
              <a:off x="0" y="4239"/>
              <a:ext cx="624" cy="0"/>
            </a:xfrm>
            <a:prstGeom prst="line">
              <a:avLst/>
            </a:prstGeom>
            <a:noFill/>
            <a:ln w="381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Line 7"/>
            <p:cNvSpPr>
              <a:spLocks noChangeShapeType="1"/>
            </p:cNvSpPr>
            <p:nvPr userDrawn="1"/>
          </p:nvSpPr>
          <p:spPr bwMode="auto">
            <a:xfrm>
              <a:off x="0" y="4272"/>
              <a:ext cx="624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Line 8"/>
            <p:cNvSpPr>
              <a:spLocks noChangeShapeType="1"/>
            </p:cNvSpPr>
            <p:nvPr userDrawn="1"/>
          </p:nvSpPr>
          <p:spPr bwMode="auto">
            <a:xfrm>
              <a:off x="0" y="4113"/>
              <a:ext cx="624" cy="0"/>
            </a:xfrm>
            <a:prstGeom prst="line">
              <a:avLst/>
            </a:prstGeom>
            <a:noFill/>
            <a:ln w="2857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Line 9"/>
            <p:cNvSpPr>
              <a:spLocks noChangeShapeType="1"/>
            </p:cNvSpPr>
            <p:nvPr userDrawn="1"/>
          </p:nvSpPr>
          <p:spPr bwMode="auto">
            <a:xfrm>
              <a:off x="0" y="4065"/>
              <a:ext cx="624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Line 10"/>
            <p:cNvSpPr>
              <a:spLocks noChangeShapeType="1"/>
            </p:cNvSpPr>
            <p:nvPr userDrawn="1"/>
          </p:nvSpPr>
          <p:spPr bwMode="auto">
            <a:xfrm>
              <a:off x="0" y="4158"/>
              <a:ext cx="624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Line 11"/>
            <p:cNvSpPr>
              <a:spLocks noChangeShapeType="1"/>
            </p:cNvSpPr>
            <p:nvPr userDrawn="1"/>
          </p:nvSpPr>
          <p:spPr bwMode="auto">
            <a:xfrm>
              <a:off x="0" y="3666"/>
              <a:ext cx="624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Line 12"/>
            <p:cNvSpPr>
              <a:spLocks noChangeShapeType="1"/>
            </p:cNvSpPr>
            <p:nvPr userDrawn="1"/>
          </p:nvSpPr>
          <p:spPr bwMode="auto">
            <a:xfrm>
              <a:off x="0" y="3639"/>
              <a:ext cx="624" cy="0"/>
            </a:xfrm>
            <a:prstGeom prst="line">
              <a:avLst/>
            </a:prstGeom>
            <a:noFill/>
            <a:ln w="381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Line 13"/>
            <p:cNvSpPr>
              <a:spLocks noChangeShapeType="1"/>
            </p:cNvSpPr>
            <p:nvPr userDrawn="1"/>
          </p:nvSpPr>
          <p:spPr bwMode="auto">
            <a:xfrm>
              <a:off x="0" y="4020"/>
              <a:ext cx="624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Line 14"/>
            <p:cNvSpPr>
              <a:spLocks noChangeShapeType="1"/>
            </p:cNvSpPr>
            <p:nvPr userDrawn="1"/>
          </p:nvSpPr>
          <p:spPr bwMode="auto">
            <a:xfrm>
              <a:off x="0" y="3894"/>
              <a:ext cx="624" cy="0"/>
            </a:xfrm>
            <a:prstGeom prst="line">
              <a:avLst/>
            </a:prstGeom>
            <a:noFill/>
            <a:ln w="2857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Line 15"/>
            <p:cNvSpPr>
              <a:spLocks noChangeShapeType="1"/>
            </p:cNvSpPr>
            <p:nvPr userDrawn="1"/>
          </p:nvSpPr>
          <p:spPr bwMode="auto">
            <a:xfrm>
              <a:off x="0" y="3813"/>
              <a:ext cx="624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Line 16"/>
            <p:cNvSpPr>
              <a:spLocks noChangeShapeType="1"/>
            </p:cNvSpPr>
            <p:nvPr userDrawn="1"/>
          </p:nvSpPr>
          <p:spPr bwMode="auto">
            <a:xfrm>
              <a:off x="0" y="3999"/>
              <a:ext cx="624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Line 17"/>
            <p:cNvSpPr>
              <a:spLocks noChangeShapeType="1"/>
            </p:cNvSpPr>
            <p:nvPr userDrawn="1"/>
          </p:nvSpPr>
          <p:spPr bwMode="auto">
            <a:xfrm>
              <a:off x="0" y="3687"/>
              <a:ext cx="624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Line 18"/>
            <p:cNvSpPr>
              <a:spLocks noChangeShapeType="1"/>
            </p:cNvSpPr>
            <p:nvPr userDrawn="1"/>
          </p:nvSpPr>
          <p:spPr bwMode="auto">
            <a:xfrm>
              <a:off x="0" y="3741"/>
              <a:ext cx="624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Line 19"/>
            <p:cNvSpPr>
              <a:spLocks noChangeShapeType="1"/>
            </p:cNvSpPr>
            <p:nvPr userDrawn="1"/>
          </p:nvSpPr>
          <p:spPr bwMode="auto">
            <a:xfrm>
              <a:off x="0" y="3939"/>
              <a:ext cx="624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Line 20"/>
            <p:cNvSpPr>
              <a:spLocks noChangeShapeType="1"/>
            </p:cNvSpPr>
            <p:nvPr userDrawn="1"/>
          </p:nvSpPr>
          <p:spPr bwMode="auto">
            <a:xfrm>
              <a:off x="0" y="3918"/>
              <a:ext cx="624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Line 21"/>
            <p:cNvSpPr>
              <a:spLocks noChangeShapeType="1"/>
            </p:cNvSpPr>
            <p:nvPr userDrawn="1"/>
          </p:nvSpPr>
          <p:spPr bwMode="auto">
            <a:xfrm>
              <a:off x="0" y="3510"/>
              <a:ext cx="624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Line 22"/>
            <p:cNvSpPr>
              <a:spLocks noChangeShapeType="1"/>
            </p:cNvSpPr>
            <p:nvPr userDrawn="1"/>
          </p:nvSpPr>
          <p:spPr bwMode="auto">
            <a:xfrm>
              <a:off x="0" y="3546"/>
              <a:ext cx="624" cy="0"/>
            </a:xfrm>
            <a:prstGeom prst="line">
              <a:avLst/>
            </a:prstGeom>
            <a:noFill/>
            <a:ln w="381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" name="Line 23"/>
            <p:cNvSpPr>
              <a:spLocks noChangeShapeType="1"/>
            </p:cNvSpPr>
            <p:nvPr userDrawn="1"/>
          </p:nvSpPr>
          <p:spPr bwMode="auto">
            <a:xfrm>
              <a:off x="0" y="3579"/>
              <a:ext cx="624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Line 24"/>
            <p:cNvSpPr>
              <a:spLocks noChangeShapeType="1"/>
            </p:cNvSpPr>
            <p:nvPr userDrawn="1"/>
          </p:nvSpPr>
          <p:spPr bwMode="auto">
            <a:xfrm>
              <a:off x="0" y="3420"/>
              <a:ext cx="624" cy="0"/>
            </a:xfrm>
            <a:prstGeom prst="line">
              <a:avLst/>
            </a:prstGeom>
            <a:noFill/>
            <a:ln w="2857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Line 25"/>
            <p:cNvSpPr>
              <a:spLocks noChangeShapeType="1"/>
            </p:cNvSpPr>
            <p:nvPr userDrawn="1"/>
          </p:nvSpPr>
          <p:spPr bwMode="auto">
            <a:xfrm>
              <a:off x="0" y="3372"/>
              <a:ext cx="624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Line 26"/>
            <p:cNvSpPr>
              <a:spLocks noChangeShapeType="1"/>
            </p:cNvSpPr>
            <p:nvPr userDrawn="1"/>
          </p:nvSpPr>
          <p:spPr bwMode="auto">
            <a:xfrm>
              <a:off x="0" y="3465"/>
              <a:ext cx="624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" name="Line 27"/>
            <p:cNvSpPr>
              <a:spLocks noChangeShapeType="1"/>
            </p:cNvSpPr>
            <p:nvPr userDrawn="1"/>
          </p:nvSpPr>
          <p:spPr bwMode="auto">
            <a:xfrm>
              <a:off x="0" y="2973"/>
              <a:ext cx="624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" name="Line 28"/>
            <p:cNvSpPr>
              <a:spLocks noChangeShapeType="1"/>
            </p:cNvSpPr>
            <p:nvPr userDrawn="1"/>
          </p:nvSpPr>
          <p:spPr bwMode="auto">
            <a:xfrm>
              <a:off x="0" y="2946"/>
              <a:ext cx="624" cy="0"/>
            </a:xfrm>
            <a:prstGeom prst="line">
              <a:avLst/>
            </a:prstGeom>
            <a:noFill/>
            <a:ln w="381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" name="Line 29"/>
            <p:cNvSpPr>
              <a:spLocks noChangeShapeType="1"/>
            </p:cNvSpPr>
            <p:nvPr userDrawn="1"/>
          </p:nvSpPr>
          <p:spPr bwMode="auto">
            <a:xfrm>
              <a:off x="0" y="3327"/>
              <a:ext cx="624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" name="Line 30"/>
            <p:cNvSpPr>
              <a:spLocks noChangeShapeType="1"/>
            </p:cNvSpPr>
            <p:nvPr userDrawn="1"/>
          </p:nvSpPr>
          <p:spPr bwMode="auto">
            <a:xfrm>
              <a:off x="0" y="3201"/>
              <a:ext cx="624" cy="0"/>
            </a:xfrm>
            <a:prstGeom prst="line">
              <a:avLst/>
            </a:prstGeom>
            <a:noFill/>
            <a:ln w="2857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" name="Line 31"/>
            <p:cNvSpPr>
              <a:spLocks noChangeShapeType="1"/>
            </p:cNvSpPr>
            <p:nvPr userDrawn="1"/>
          </p:nvSpPr>
          <p:spPr bwMode="auto">
            <a:xfrm>
              <a:off x="0" y="3120"/>
              <a:ext cx="624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" name="Line 32"/>
            <p:cNvSpPr>
              <a:spLocks noChangeShapeType="1"/>
            </p:cNvSpPr>
            <p:nvPr userDrawn="1"/>
          </p:nvSpPr>
          <p:spPr bwMode="auto">
            <a:xfrm>
              <a:off x="0" y="3306"/>
              <a:ext cx="624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" name="Line 33"/>
            <p:cNvSpPr>
              <a:spLocks noChangeShapeType="1"/>
            </p:cNvSpPr>
            <p:nvPr userDrawn="1"/>
          </p:nvSpPr>
          <p:spPr bwMode="auto">
            <a:xfrm>
              <a:off x="0" y="2994"/>
              <a:ext cx="624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" name="Line 34"/>
            <p:cNvSpPr>
              <a:spLocks noChangeShapeType="1"/>
            </p:cNvSpPr>
            <p:nvPr userDrawn="1"/>
          </p:nvSpPr>
          <p:spPr bwMode="auto">
            <a:xfrm>
              <a:off x="0" y="3048"/>
              <a:ext cx="624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" name="Line 35"/>
            <p:cNvSpPr>
              <a:spLocks noChangeShapeType="1"/>
            </p:cNvSpPr>
            <p:nvPr userDrawn="1"/>
          </p:nvSpPr>
          <p:spPr bwMode="auto">
            <a:xfrm>
              <a:off x="0" y="3246"/>
              <a:ext cx="624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" name="Line 36"/>
            <p:cNvSpPr>
              <a:spLocks noChangeShapeType="1"/>
            </p:cNvSpPr>
            <p:nvPr userDrawn="1"/>
          </p:nvSpPr>
          <p:spPr bwMode="auto">
            <a:xfrm>
              <a:off x="0" y="3225"/>
              <a:ext cx="624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" name="Line 37"/>
            <p:cNvSpPr>
              <a:spLocks noChangeShapeType="1"/>
            </p:cNvSpPr>
            <p:nvPr userDrawn="1"/>
          </p:nvSpPr>
          <p:spPr bwMode="auto">
            <a:xfrm>
              <a:off x="0" y="2831"/>
              <a:ext cx="624" cy="0"/>
            </a:xfrm>
            <a:prstGeom prst="line">
              <a:avLst/>
            </a:prstGeom>
            <a:noFill/>
            <a:ln w="2857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" name="Line 38"/>
            <p:cNvSpPr>
              <a:spLocks noChangeShapeType="1"/>
            </p:cNvSpPr>
            <p:nvPr userDrawn="1"/>
          </p:nvSpPr>
          <p:spPr bwMode="auto">
            <a:xfrm>
              <a:off x="0" y="2750"/>
              <a:ext cx="624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" name="Line 39"/>
            <p:cNvSpPr>
              <a:spLocks noChangeShapeType="1"/>
            </p:cNvSpPr>
            <p:nvPr userDrawn="1"/>
          </p:nvSpPr>
          <p:spPr bwMode="auto">
            <a:xfrm>
              <a:off x="0" y="2678"/>
              <a:ext cx="624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" name="Line 40"/>
            <p:cNvSpPr>
              <a:spLocks noChangeShapeType="1"/>
            </p:cNvSpPr>
            <p:nvPr userDrawn="1"/>
          </p:nvSpPr>
          <p:spPr bwMode="auto">
            <a:xfrm>
              <a:off x="0" y="2876"/>
              <a:ext cx="624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" name="Line 41"/>
            <p:cNvSpPr>
              <a:spLocks noChangeShapeType="1"/>
            </p:cNvSpPr>
            <p:nvPr userDrawn="1"/>
          </p:nvSpPr>
          <p:spPr bwMode="auto">
            <a:xfrm>
              <a:off x="0" y="2855"/>
              <a:ext cx="624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" name="Line 42"/>
            <p:cNvSpPr>
              <a:spLocks noChangeShapeType="1"/>
            </p:cNvSpPr>
            <p:nvPr userDrawn="1"/>
          </p:nvSpPr>
          <p:spPr bwMode="auto">
            <a:xfrm>
              <a:off x="0" y="2554"/>
              <a:ext cx="624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" name="Line 43"/>
            <p:cNvSpPr>
              <a:spLocks noChangeShapeType="1"/>
            </p:cNvSpPr>
            <p:nvPr userDrawn="1"/>
          </p:nvSpPr>
          <p:spPr bwMode="auto">
            <a:xfrm>
              <a:off x="0" y="2590"/>
              <a:ext cx="624" cy="0"/>
            </a:xfrm>
            <a:prstGeom prst="line">
              <a:avLst/>
            </a:prstGeom>
            <a:noFill/>
            <a:ln w="381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" name="Line 44"/>
            <p:cNvSpPr>
              <a:spLocks noChangeShapeType="1"/>
            </p:cNvSpPr>
            <p:nvPr userDrawn="1"/>
          </p:nvSpPr>
          <p:spPr bwMode="auto">
            <a:xfrm>
              <a:off x="0" y="2623"/>
              <a:ext cx="624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" name="Line 45"/>
            <p:cNvSpPr>
              <a:spLocks noChangeShapeType="1"/>
            </p:cNvSpPr>
            <p:nvPr userDrawn="1"/>
          </p:nvSpPr>
          <p:spPr bwMode="auto">
            <a:xfrm>
              <a:off x="0" y="2464"/>
              <a:ext cx="624" cy="0"/>
            </a:xfrm>
            <a:prstGeom prst="line">
              <a:avLst/>
            </a:prstGeom>
            <a:noFill/>
            <a:ln w="2857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" name="Line 46"/>
            <p:cNvSpPr>
              <a:spLocks noChangeShapeType="1"/>
            </p:cNvSpPr>
            <p:nvPr userDrawn="1"/>
          </p:nvSpPr>
          <p:spPr bwMode="auto">
            <a:xfrm>
              <a:off x="0" y="2416"/>
              <a:ext cx="624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" name="Line 47"/>
            <p:cNvSpPr>
              <a:spLocks noChangeShapeType="1"/>
            </p:cNvSpPr>
            <p:nvPr userDrawn="1"/>
          </p:nvSpPr>
          <p:spPr bwMode="auto">
            <a:xfrm>
              <a:off x="0" y="2509"/>
              <a:ext cx="624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" name="Line 48"/>
            <p:cNvSpPr>
              <a:spLocks noChangeShapeType="1"/>
            </p:cNvSpPr>
            <p:nvPr userDrawn="1"/>
          </p:nvSpPr>
          <p:spPr bwMode="auto">
            <a:xfrm>
              <a:off x="0" y="2371"/>
              <a:ext cx="624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" name="Line 49"/>
            <p:cNvSpPr>
              <a:spLocks noChangeShapeType="1"/>
            </p:cNvSpPr>
            <p:nvPr userDrawn="1"/>
          </p:nvSpPr>
          <p:spPr bwMode="auto">
            <a:xfrm>
              <a:off x="0" y="2245"/>
              <a:ext cx="624" cy="0"/>
            </a:xfrm>
            <a:prstGeom prst="line">
              <a:avLst/>
            </a:prstGeom>
            <a:noFill/>
            <a:ln w="2857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" name="Line 50"/>
            <p:cNvSpPr>
              <a:spLocks noChangeShapeType="1"/>
            </p:cNvSpPr>
            <p:nvPr userDrawn="1"/>
          </p:nvSpPr>
          <p:spPr bwMode="auto">
            <a:xfrm>
              <a:off x="0" y="2350"/>
              <a:ext cx="624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" name="Line 51"/>
            <p:cNvSpPr>
              <a:spLocks noChangeShapeType="1"/>
            </p:cNvSpPr>
            <p:nvPr userDrawn="1"/>
          </p:nvSpPr>
          <p:spPr bwMode="auto">
            <a:xfrm>
              <a:off x="0" y="2290"/>
              <a:ext cx="624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" name="Line 52"/>
            <p:cNvSpPr>
              <a:spLocks noChangeShapeType="1"/>
            </p:cNvSpPr>
            <p:nvPr userDrawn="1"/>
          </p:nvSpPr>
          <p:spPr bwMode="auto">
            <a:xfrm>
              <a:off x="0" y="2269"/>
              <a:ext cx="624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" name="Line 53"/>
            <p:cNvSpPr>
              <a:spLocks noChangeShapeType="1"/>
            </p:cNvSpPr>
            <p:nvPr userDrawn="1"/>
          </p:nvSpPr>
          <p:spPr bwMode="auto">
            <a:xfrm>
              <a:off x="0" y="2130"/>
              <a:ext cx="624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" name="Line 54"/>
            <p:cNvSpPr>
              <a:spLocks noChangeShapeType="1"/>
            </p:cNvSpPr>
            <p:nvPr userDrawn="1"/>
          </p:nvSpPr>
          <p:spPr bwMode="auto">
            <a:xfrm>
              <a:off x="0" y="2166"/>
              <a:ext cx="624" cy="0"/>
            </a:xfrm>
            <a:prstGeom prst="line">
              <a:avLst/>
            </a:prstGeom>
            <a:noFill/>
            <a:ln w="381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" name="Line 55"/>
            <p:cNvSpPr>
              <a:spLocks noChangeShapeType="1"/>
            </p:cNvSpPr>
            <p:nvPr userDrawn="1"/>
          </p:nvSpPr>
          <p:spPr bwMode="auto">
            <a:xfrm>
              <a:off x="0" y="2199"/>
              <a:ext cx="624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" name="Line 56"/>
            <p:cNvSpPr>
              <a:spLocks noChangeShapeType="1"/>
            </p:cNvSpPr>
            <p:nvPr userDrawn="1"/>
          </p:nvSpPr>
          <p:spPr bwMode="auto">
            <a:xfrm>
              <a:off x="0" y="2040"/>
              <a:ext cx="624" cy="0"/>
            </a:xfrm>
            <a:prstGeom prst="line">
              <a:avLst/>
            </a:prstGeom>
            <a:noFill/>
            <a:ln w="2857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" name="Line 57"/>
            <p:cNvSpPr>
              <a:spLocks noChangeShapeType="1"/>
            </p:cNvSpPr>
            <p:nvPr userDrawn="1"/>
          </p:nvSpPr>
          <p:spPr bwMode="auto">
            <a:xfrm>
              <a:off x="0" y="1992"/>
              <a:ext cx="624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" name="Line 58"/>
            <p:cNvSpPr>
              <a:spLocks noChangeShapeType="1"/>
            </p:cNvSpPr>
            <p:nvPr userDrawn="1"/>
          </p:nvSpPr>
          <p:spPr bwMode="auto">
            <a:xfrm>
              <a:off x="0" y="2085"/>
              <a:ext cx="624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" name="Line 59"/>
            <p:cNvSpPr>
              <a:spLocks noChangeShapeType="1"/>
            </p:cNvSpPr>
            <p:nvPr userDrawn="1"/>
          </p:nvSpPr>
          <p:spPr bwMode="auto">
            <a:xfrm>
              <a:off x="0" y="1593"/>
              <a:ext cx="624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" name="Line 60"/>
            <p:cNvSpPr>
              <a:spLocks noChangeShapeType="1"/>
            </p:cNvSpPr>
            <p:nvPr userDrawn="1"/>
          </p:nvSpPr>
          <p:spPr bwMode="auto">
            <a:xfrm>
              <a:off x="0" y="1566"/>
              <a:ext cx="624" cy="0"/>
            </a:xfrm>
            <a:prstGeom prst="line">
              <a:avLst/>
            </a:prstGeom>
            <a:noFill/>
            <a:ln w="381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" name="Line 61"/>
            <p:cNvSpPr>
              <a:spLocks noChangeShapeType="1"/>
            </p:cNvSpPr>
            <p:nvPr userDrawn="1"/>
          </p:nvSpPr>
          <p:spPr bwMode="auto">
            <a:xfrm>
              <a:off x="0" y="1947"/>
              <a:ext cx="624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" name="Line 62"/>
            <p:cNvSpPr>
              <a:spLocks noChangeShapeType="1"/>
            </p:cNvSpPr>
            <p:nvPr userDrawn="1"/>
          </p:nvSpPr>
          <p:spPr bwMode="auto">
            <a:xfrm>
              <a:off x="0" y="1821"/>
              <a:ext cx="624" cy="0"/>
            </a:xfrm>
            <a:prstGeom prst="line">
              <a:avLst/>
            </a:prstGeom>
            <a:noFill/>
            <a:ln w="2857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" name="Line 63"/>
            <p:cNvSpPr>
              <a:spLocks noChangeShapeType="1"/>
            </p:cNvSpPr>
            <p:nvPr userDrawn="1"/>
          </p:nvSpPr>
          <p:spPr bwMode="auto">
            <a:xfrm>
              <a:off x="0" y="1740"/>
              <a:ext cx="624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" name="Line 64"/>
            <p:cNvSpPr>
              <a:spLocks noChangeShapeType="1"/>
            </p:cNvSpPr>
            <p:nvPr userDrawn="1"/>
          </p:nvSpPr>
          <p:spPr bwMode="auto">
            <a:xfrm>
              <a:off x="0" y="1926"/>
              <a:ext cx="624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7" name="Line 65"/>
            <p:cNvSpPr>
              <a:spLocks noChangeShapeType="1"/>
            </p:cNvSpPr>
            <p:nvPr userDrawn="1"/>
          </p:nvSpPr>
          <p:spPr bwMode="auto">
            <a:xfrm>
              <a:off x="0" y="1614"/>
              <a:ext cx="624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" name="Line 66"/>
            <p:cNvSpPr>
              <a:spLocks noChangeShapeType="1"/>
            </p:cNvSpPr>
            <p:nvPr userDrawn="1"/>
          </p:nvSpPr>
          <p:spPr bwMode="auto">
            <a:xfrm>
              <a:off x="0" y="1668"/>
              <a:ext cx="624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9" name="Line 67"/>
            <p:cNvSpPr>
              <a:spLocks noChangeShapeType="1"/>
            </p:cNvSpPr>
            <p:nvPr userDrawn="1"/>
          </p:nvSpPr>
          <p:spPr bwMode="auto">
            <a:xfrm>
              <a:off x="0" y="1866"/>
              <a:ext cx="624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" name="Line 68"/>
            <p:cNvSpPr>
              <a:spLocks noChangeShapeType="1"/>
            </p:cNvSpPr>
            <p:nvPr userDrawn="1"/>
          </p:nvSpPr>
          <p:spPr bwMode="auto">
            <a:xfrm>
              <a:off x="0" y="1845"/>
              <a:ext cx="624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" name="Line 69"/>
            <p:cNvSpPr>
              <a:spLocks noChangeShapeType="1"/>
            </p:cNvSpPr>
            <p:nvPr userDrawn="1"/>
          </p:nvSpPr>
          <p:spPr bwMode="auto">
            <a:xfrm>
              <a:off x="0" y="1437"/>
              <a:ext cx="624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" name="Line 70"/>
            <p:cNvSpPr>
              <a:spLocks noChangeShapeType="1"/>
            </p:cNvSpPr>
            <p:nvPr userDrawn="1"/>
          </p:nvSpPr>
          <p:spPr bwMode="auto">
            <a:xfrm>
              <a:off x="0" y="1473"/>
              <a:ext cx="624" cy="0"/>
            </a:xfrm>
            <a:prstGeom prst="line">
              <a:avLst/>
            </a:prstGeom>
            <a:noFill/>
            <a:ln w="381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" name="Line 71"/>
            <p:cNvSpPr>
              <a:spLocks noChangeShapeType="1"/>
            </p:cNvSpPr>
            <p:nvPr userDrawn="1"/>
          </p:nvSpPr>
          <p:spPr bwMode="auto">
            <a:xfrm>
              <a:off x="0" y="1506"/>
              <a:ext cx="624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4" name="Line 72"/>
            <p:cNvSpPr>
              <a:spLocks noChangeShapeType="1"/>
            </p:cNvSpPr>
            <p:nvPr userDrawn="1"/>
          </p:nvSpPr>
          <p:spPr bwMode="auto">
            <a:xfrm>
              <a:off x="0" y="1347"/>
              <a:ext cx="624" cy="0"/>
            </a:xfrm>
            <a:prstGeom prst="line">
              <a:avLst/>
            </a:prstGeom>
            <a:noFill/>
            <a:ln w="2857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" name="Line 73"/>
            <p:cNvSpPr>
              <a:spLocks noChangeShapeType="1"/>
            </p:cNvSpPr>
            <p:nvPr userDrawn="1"/>
          </p:nvSpPr>
          <p:spPr bwMode="auto">
            <a:xfrm>
              <a:off x="0" y="1392"/>
              <a:ext cx="624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6" name="Line 74"/>
            <p:cNvSpPr>
              <a:spLocks noChangeShapeType="1"/>
            </p:cNvSpPr>
            <p:nvPr userDrawn="1"/>
          </p:nvSpPr>
          <p:spPr bwMode="auto">
            <a:xfrm>
              <a:off x="0" y="1016"/>
              <a:ext cx="624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" name="Line 75"/>
            <p:cNvSpPr>
              <a:spLocks noChangeShapeType="1"/>
            </p:cNvSpPr>
            <p:nvPr userDrawn="1"/>
          </p:nvSpPr>
          <p:spPr bwMode="auto">
            <a:xfrm>
              <a:off x="0" y="989"/>
              <a:ext cx="624" cy="0"/>
            </a:xfrm>
            <a:prstGeom prst="line">
              <a:avLst/>
            </a:prstGeom>
            <a:noFill/>
            <a:ln w="381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8" name="Line 76"/>
            <p:cNvSpPr>
              <a:spLocks noChangeShapeType="1"/>
            </p:cNvSpPr>
            <p:nvPr userDrawn="1"/>
          </p:nvSpPr>
          <p:spPr bwMode="auto">
            <a:xfrm>
              <a:off x="0" y="1244"/>
              <a:ext cx="624" cy="0"/>
            </a:xfrm>
            <a:prstGeom prst="line">
              <a:avLst/>
            </a:prstGeom>
            <a:noFill/>
            <a:ln w="2857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9" name="Line 77"/>
            <p:cNvSpPr>
              <a:spLocks noChangeShapeType="1"/>
            </p:cNvSpPr>
            <p:nvPr userDrawn="1"/>
          </p:nvSpPr>
          <p:spPr bwMode="auto">
            <a:xfrm>
              <a:off x="0" y="1163"/>
              <a:ext cx="624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0" name="Line 78"/>
            <p:cNvSpPr>
              <a:spLocks noChangeShapeType="1"/>
            </p:cNvSpPr>
            <p:nvPr userDrawn="1"/>
          </p:nvSpPr>
          <p:spPr bwMode="auto">
            <a:xfrm>
              <a:off x="0" y="1037"/>
              <a:ext cx="624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1" name="Line 79"/>
            <p:cNvSpPr>
              <a:spLocks noChangeShapeType="1"/>
            </p:cNvSpPr>
            <p:nvPr userDrawn="1"/>
          </p:nvSpPr>
          <p:spPr bwMode="auto">
            <a:xfrm>
              <a:off x="0" y="1091"/>
              <a:ext cx="624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" name="Line 80"/>
            <p:cNvSpPr>
              <a:spLocks noChangeShapeType="1"/>
            </p:cNvSpPr>
            <p:nvPr userDrawn="1"/>
          </p:nvSpPr>
          <p:spPr bwMode="auto">
            <a:xfrm>
              <a:off x="0" y="1289"/>
              <a:ext cx="624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3" name="Line 81"/>
            <p:cNvSpPr>
              <a:spLocks noChangeShapeType="1"/>
            </p:cNvSpPr>
            <p:nvPr userDrawn="1"/>
          </p:nvSpPr>
          <p:spPr bwMode="auto">
            <a:xfrm>
              <a:off x="0" y="1268"/>
              <a:ext cx="624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4" name="Line 82"/>
            <p:cNvSpPr>
              <a:spLocks noChangeShapeType="1"/>
            </p:cNvSpPr>
            <p:nvPr userDrawn="1"/>
          </p:nvSpPr>
          <p:spPr bwMode="auto">
            <a:xfrm>
              <a:off x="0" y="860"/>
              <a:ext cx="624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" name="Line 83"/>
            <p:cNvSpPr>
              <a:spLocks noChangeShapeType="1"/>
            </p:cNvSpPr>
            <p:nvPr userDrawn="1"/>
          </p:nvSpPr>
          <p:spPr bwMode="auto">
            <a:xfrm>
              <a:off x="0" y="896"/>
              <a:ext cx="624" cy="0"/>
            </a:xfrm>
            <a:prstGeom prst="line">
              <a:avLst/>
            </a:prstGeom>
            <a:noFill/>
            <a:ln w="381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6" name="Line 84"/>
            <p:cNvSpPr>
              <a:spLocks noChangeShapeType="1"/>
            </p:cNvSpPr>
            <p:nvPr userDrawn="1"/>
          </p:nvSpPr>
          <p:spPr bwMode="auto">
            <a:xfrm>
              <a:off x="0" y="929"/>
              <a:ext cx="624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7" name="Line 85"/>
            <p:cNvSpPr>
              <a:spLocks noChangeShapeType="1"/>
            </p:cNvSpPr>
            <p:nvPr userDrawn="1"/>
          </p:nvSpPr>
          <p:spPr bwMode="auto">
            <a:xfrm>
              <a:off x="0" y="770"/>
              <a:ext cx="624" cy="0"/>
            </a:xfrm>
            <a:prstGeom prst="line">
              <a:avLst/>
            </a:prstGeom>
            <a:noFill/>
            <a:ln w="2857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8" name="Line 86"/>
            <p:cNvSpPr>
              <a:spLocks noChangeShapeType="1"/>
            </p:cNvSpPr>
            <p:nvPr userDrawn="1"/>
          </p:nvSpPr>
          <p:spPr bwMode="auto">
            <a:xfrm>
              <a:off x="0" y="815"/>
              <a:ext cx="624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9" name="Line 87"/>
            <p:cNvSpPr>
              <a:spLocks noChangeShapeType="1"/>
            </p:cNvSpPr>
            <p:nvPr userDrawn="1"/>
          </p:nvSpPr>
          <p:spPr bwMode="auto">
            <a:xfrm>
              <a:off x="0" y="718"/>
              <a:ext cx="624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" name="Line 88"/>
            <p:cNvSpPr>
              <a:spLocks noChangeShapeType="1"/>
            </p:cNvSpPr>
            <p:nvPr userDrawn="1"/>
          </p:nvSpPr>
          <p:spPr bwMode="auto">
            <a:xfrm>
              <a:off x="0" y="646"/>
              <a:ext cx="624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1" name="Line 89"/>
            <p:cNvSpPr>
              <a:spLocks noChangeShapeType="1"/>
            </p:cNvSpPr>
            <p:nvPr userDrawn="1"/>
          </p:nvSpPr>
          <p:spPr bwMode="auto">
            <a:xfrm>
              <a:off x="0" y="522"/>
              <a:ext cx="624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" name="Line 90"/>
            <p:cNvSpPr>
              <a:spLocks noChangeShapeType="1"/>
            </p:cNvSpPr>
            <p:nvPr userDrawn="1"/>
          </p:nvSpPr>
          <p:spPr bwMode="auto">
            <a:xfrm>
              <a:off x="0" y="558"/>
              <a:ext cx="624" cy="0"/>
            </a:xfrm>
            <a:prstGeom prst="line">
              <a:avLst/>
            </a:prstGeom>
            <a:noFill/>
            <a:ln w="381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" name="Line 91"/>
            <p:cNvSpPr>
              <a:spLocks noChangeShapeType="1"/>
            </p:cNvSpPr>
            <p:nvPr userDrawn="1"/>
          </p:nvSpPr>
          <p:spPr bwMode="auto">
            <a:xfrm>
              <a:off x="0" y="591"/>
              <a:ext cx="624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" name="Line 92"/>
            <p:cNvSpPr>
              <a:spLocks noChangeShapeType="1"/>
            </p:cNvSpPr>
            <p:nvPr userDrawn="1"/>
          </p:nvSpPr>
          <p:spPr bwMode="auto">
            <a:xfrm>
              <a:off x="0" y="432"/>
              <a:ext cx="624" cy="0"/>
            </a:xfrm>
            <a:prstGeom prst="line">
              <a:avLst/>
            </a:prstGeom>
            <a:noFill/>
            <a:ln w="2857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5" name="Line 93"/>
            <p:cNvSpPr>
              <a:spLocks noChangeShapeType="1"/>
            </p:cNvSpPr>
            <p:nvPr userDrawn="1"/>
          </p:nvSpPr>
          <p:spPr bwMode="auto">
            <a:xfrm>
              <a:off x="0" y="384"/>
              <a:ext cx="624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" name="Line 94"/>
            <p:cNvSpPr>
              <a:spLocks noChangeShapeType="1"/>
            </p:cNvSpPr>
            <p:nvPr userDrawn="1"/>
          </p:nvSpPr>
          <p:spPr bwMode="auto">
            <a:xfrm>
              <a:off x="0" y="477"/>
              <a:ext cx="624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7" name="Line 95"/>
            <p:cNvSpPr>
              <a:spLocks noChangeShapeType="1"/>
            </p:cNvSpPr>
            <p:nvPr userDrawn="1"/>
          </p:nvSpPr>
          <p:spPr bwMode="auto">
            <a:xfrm>
              <a:off x="0" y="339"/>
              <a:ext cx="624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8" name="Line 96"/>
            <p:cNvSpPr>
              <a:spLocks noChangeShapeType="1"/>
            </p:cNvSpPr>
            <p:nvPr userDrawn="1"/>
          </p:nvSpPr>
          <p:spPr bwMode="auto">
            <a:xfrm>
              <a:off x="0" y="318"/>
              <a:ext cx="624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9" name="Line 97"/>
            <p:cNvSpPr>
              <a:spLocks noChangeShapeType="1"/>
            </p:cNvSpPr>
            <p:nvPr userDrawn="1"/>
          </p:nvSpPr>
          <p:spPr bwMode="auto">
            <a:xfrm>
              <a:off x="0" y="258"/>
              <a:ext cx="624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0" name="Line 98"/>
            <p:cNvSpPr>
              <a:spLocks noChangeShapeType="1"/>
            </p:cNvSpPr>
            <p:nvPr userDrawn="1"/>
          </p:nvSpPr>
          <p:spPr bwMode="auto">
            <a:xfrm>
              <a:off x="0" y="70"/>
              <a:ext cx="624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1" name="Line 99"/>
            <p:cNvSpPr>
              <a:spLocks noChangeShapeType="1"/>
            </p:cNvSpPr>
            <p:nvPr userDrawn="1"/>
          </p:nvSpPr>
          <p:spPr bwMode="auto">
            <a:xfrm>
              <a:off x="0" y="43"/>
              <a:ext cx="624" cy="0"/>
            </a:xfrm>
            <a:prstGeom prst="line">
              <a:avLst/>
            </a:prstGeom>
            <a:noFill/>
            <a:ln w="381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" name="Line 100"/>
            <p:cNvSpPr>
              <a:spLocks noChangeShapeType="1"/>
            </p:cNvSpPr>
            <p:nvPr userDrawn="1"/>
          </p:nvSpPr>
          <p:spPr bwMode="auto">
            <a:xfrm>
              <a:off x="0" y="91"/>
              <a:ext cx="624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" name="Line 101"/>
            <p:cNvSpPr>
              <a:spLocks noChangeShapeType="1"/>
            </p:cNvSpPr>
            <p:nvPr userDrawn="1"/>
          </p:nvSpPr>
          <p:spPr bwMode="auto">
            <a:xfrm>
              <a:off x="0" y="145"/>
              <a:ext cx="624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" name="Line 102"/>
            <p:cNvSpPr>
              <a:spLocks noChangeShapeType="1"/>
            </p:cNvSpPr>
            <p:nvPr userDrawn="1"/>
          </p:nvSpPr>
          <p:spPr bwMode="auto">
            <a:xfrm>
              <a:off x="0" y="202"/>
              <a:ext cx="624" cy="0"/>
            </a:xfrm>
            <a:prstGeom prst="line">
              <a:avLst/>
            </a:prstGeom>
            <a:noFill/>
            <a:ln w="381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05" name="Rectangle 108"/>
          <p:cNvSpPr>
            <a:spLocks noChangeArrowheads="1"/>
          </p:cNvSpPr>
          <p:nvPr/>
        </p:nvSpPr>
        <p:spPr bwMode="auto">
          <a:xfrm>
            <a:off x="3017838" y="2120900"/>
            <a:ext cx="5662612" cy="77788"/>
          </a:xfrm>
          <a:prstGeom prst="rect">
            <a:avLst/>
          </a:prstGeom>
          <a:solidFill>
            <a:srgbClr val="CC9900"/>
          </a:solidFill>
          <a:ln>
            <a:noFill/>
          </a:ln>
          <a:effectLst/>
        </p:spPr>
        <p:txBody>
          <a:bodyPr wrap="none" anchor="ctr"/>
          <a:lstStyle/>
          <a:p>
            <a:pPr algn="ctr"/>
            <a:endParaRPr lang="zh-CN" altLang="zh-CN" sz="2400" b="0">
              <a:solidFill>
                <a:schemeClr val="tx1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06" name="Rectangle 109"/>
          <p:cNvSpPr>
            <a:spLocks noChangeArrowheads="1"/>
          </p:cNvSpPr>
          <p:nvPr/>
        </p:nvSpPr>
        <p:spPr bwMode="auto">
          <a:xfrm>
            <a:off x="1098550" y="862013"/>
            <a:ext cx="5662613" cy="77787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txBody>
          <a:bodyPr wrap="none" anchor="ctr"/>
          <a:lstStyle/>
          <a:p>
            <a:pPr algn="ctr"/>
            <a:endParaRPr lang="zh-CN" altLang="zh-CN" sz="2400" b="0">
              <a:solidFill>
                <a:schemeClr val="tx1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75882" name="Rectangle 106"/>
          <p:cNvSpPr>
            <a:spLocks noGrp="1" noChangeArrowheads="1"/>
          </p:cNvSpPr>
          <p:nvPr>
            <p:ph type="ctrTitle"/>
          </p:nvPr>
        </p:nvSpPr>
        <p:spPr>
          <a:xfrm>
            <a:off x="1169988" y="1046163"/>
            <a:ext cx="7380287" cy="1012825"/>
          </a:xfrm>
        </p:spPr>
        <p:txBody>
          <a:bodyPr/>
          <a:lstStyle>
            <a:lvl1pPr>
              <a:defRPr sz="3600"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75883" name="Rectangle 107"/>
          <p:cNvSpPr>
            <a:spLocks noGrp="1" noChangeArrowheads="1"/>
          </p:cNvSpPr>
          <p:nvPr>
            <p:ph type="subTitle" idx="1"/>
          </p:nvPr>
        </p:nvSpPr>
        <p:spPr>
          <a:xfrm>
            <a:off x="1080000" y="2376488"/>
            <a:ext cx="7239000" cy="33115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 dirty="0"/>
              <a:t>单击此处编辑母版副标题样式</a:t>
            </a:r>
          </a:p>
        </p:txBody>
      </p:sp>
      <p:sp>
        <p:nvSpPr>
          <p:cNvPr id="107" name="Rectangle 105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164388" y="6400800"/>
            <a:ext cx="1906587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B98DF6-77D2-4AC3-94D5-48C3DAD2268D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96854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0000" y="288000"/>
            <a:ext cx="7920000" cy="1080000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1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A36C83-FD0B-4842-92F3-6D526A5BF9CE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47499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0" name="Group 3"/>
          <p:cNvGrpSpPr>
            <a:grpSpLocks/>
          </p:cNvGrpSpPr>
          <p:nvPr userDrawn="1"/>
        </p:nvGrpSpPr>
        <p:grpSpPr bwMode="auto">
          <a:xfrm>
            <a:off x="35496" y="64220"/>
            <a:ext cx="216000" cy="6461125"/>
            <a:chOff x="0" y="202"/>
            <a:chExt cx="5760" cy="4070"/>
          </a:xfrm>
        </p:grpSpPr>
        <p:sp>
          <p:nvSpPr>
            <p:cNvPr id="1036" name="Line 4"/>
            <p:cNvSpPr>
              <a:spLocks noChangeShapeType="1"/>
            </p:cNvSpPr>
            <p:nvPr userDrawn="1"/>
          </p:nvSpPr>
          <p:spPr bwMode="auto">
            <a:xfrm>
              <a:off x="0" y="4203"/>
              <a:ext cx="5760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7" name="Line 5"/>
            <p:cNvSpPr>
              <a:spLocks noChangeShapeType="1"/>
            </p:cNvSpPr>
            <p:nvPr userDrawn="1"/>
          </p:nvSpPr>
          <p:spPr bwMode="auto">
            <a:xfrm>
              <a:off x="0" y="4239"/>
              <a:ext cx="5760" cy="0"/>
            </a:xfrm>
            <a:prstGeom prst="line">
              <a:avLst/>
            </a:prstGeom>
            <a:noFill/>
            <a:ln w="381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8" name="Line 6"/>
            <p:cNvSpPr>
              <a:spLocks noChangeShapeType="1"/>
            </p:cNvSpPr>
            <p:nvPr userDrawn="1"/>
          </p:nvSpPr>
          <p:spPr bwMode="auto">
            <a:xfrm>
              <a:off x="0" y="4272"/>
              <a:ext cx="5760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9" name="Line 7"/>
            <p:cNvSpPr>
              <a:spLocks noChangeShapeType="1"/>
            </p:cNvSpPr>
            <p:nvPr userDrawn="1"/>
          </p:nvSpPr>
          <p:spPr bwMode="auto">
            <a:xfrm>
              <a:off x="0" y="4113"/>
              <a:ext cx="5760" cy="0"/>
            </a:xfrm>
            <a:prstGeom prst="line">
              <a:avLst/>
            </a:prstGeom>
            <a:noFill/>
            <a:ln w="2857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0" name="Line 8"/>
            <p:cNvSpPr>
              <a:spLocks noChangeShapeType="1"/>
            </p:cNvSpPr>
            <p:nvPr userDrawn="1"/>
          </p:nvSpPr>
          <p:spPr bwMode="auto">
            <a:xfrm>
              <a:off x="0" y="4065"/>
              <a:ext cx="5760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1" name="Line 9"/>
            <p:cNvSpPr>
              <a:spLocks noChangeShapeType="1"/>
            </p:cNvSpPr>
            <p:nvPr userDrawn="1"/>
          </p:nvSpPr>
          <p:spPr bwMode="auto">
            <a:xfrm>
              <a:off x="0" y="4158"/>
              <a:ext cx="5760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2" name="Line 10"/>
            <p:cNvSpPr>
              <a:spLocks noChangeShapeType="1"/>
            </p:cNvSpPr>
            <p:nvPr userDrawn="1"/>
          </p:nvSpPr>
          <p:spPr bwMode="auto">
            <a:xfrm>
              <a:off x="0" y="3666"/>
              <a:ext cx="5760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3" name="Line 11"/>
            <p:cNvSpPr>
              <a:spLocks noChangeShapeType="1"/>
            </p:cNvSpPr>
            <p:nvPr userDrawn="1"/>
          </p:nvSpPr>
          <p:spPr bwMode="auto">
            <a:xfrm>
              <a:off x="0" y="3639"/>
              <a:ext cx="5760" cy="0"/>
            </a:xfrm>
            <a:prstGeom prst="line">
              <a:avLst/>
            </a:prstGeom>
            <a:noFill/>
            <a:ln w="381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4" name="Line 12"/>
            <p:cNvSpPr>
              <a:spLocks noChangeShapeType="1"/>
            </p:cNvSpPr>
            <p:nvPr userDrawn="1"/>
          </p:nvSpPr>
          <p:spPr bwMode="auto">
            <a:xfrm>
              <a:off x="0" y="4020"/>
              <a:ext cx="5760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5" name="Line 13"/>
            <p:cNvSpPr>
              <a:spLocks noChangeShapeType="1"/>
            </p:cNvSpPr>
            <p:nvPr userDrawn="1"/>
          </p:nvSpPr>
          <p:spPr bwMode="auto">
            <a:xfrm>
              <a:off x="0" y="3894"/>
              <a:ext cx="5760" cy="0"/>
            </a:xfrm>
            <a:prstGeom prst="line">
              <a:avLst/>
            </a:prstGeom>
            <a:noFill/>
            <a:ln w="2857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6" name="Line 14"/>
            <p:cNvSpPr>
              <a:spLocks noChangeShapeType="1"/>
            </p:cNvSpPr>
            <p:nvPr userDrawn="1"/>
          </p:nvSpPr>
          <p:spPr bwMode="auto">
            <a:xfrm>
              <a:off x="0" y="3813"/>
              <a:ext cx="5760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7" name="Line 15"/>
            <p:cNvSpPr>
              <a:spLocks noChangeShapeType="1"/>
            </p:cNvSpPr>
            <p:nvPr userDrawn="1"/>
          </p:nvSpPr>
          <p:spPr bwMode="auto">
            <a:xfrm>
              <a:off x="0" y="3999"/>
              <a:ext cx="5760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8" name="Line 16"/>
            <p:cNvSpPr>
              <a:spLocks noChangeShapeType="1"/>
            </p:cNvSpPr>
            <p:nvPr userDrawn="1"/>
          </p:nvSpPr>
          <p:spPr bwMode="auto">
            <a:xfrm>
              <a:off x="0" y="3687"/>
              <a:ext cx="5760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9" name="Line 17"/>
            <p:cNvSpPr>
              <a:spLocks noChangeShapeType="1"/>
            </p:cNvSpPr>
            <p:nvPr userDrawn="1"/>
          </p:nvSpPr>
          <p:spPr bwMode="auto">
            <a:xfrm>
              <a:off x="0" y="3741"/>
              <a:ext cx="5760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0" name="Line 18"/>
            <p:cNvSpPr>
              <a:spLocks noChangeShapeType="1"/>
            </p:cNvSpPr>
            <p:nvPr userDrawn="1"/>
          </p:nvSpPr>
          <p:spPr bwMode="auto">
            <a:xfrm>
              <a:off x="0" y="3939"/>
              <a:ext cx="5760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1" name="Line 19"/>
            <p:cNvSpPr>
              <a:spLocks noChangeShapeType="1"/>
            </p:cNvSpPr>
            <p:nvPr userDrawn="1"/>
          </p:nvSpPr>
          <p:spPr bwMode="auto">
            <a:xfrm>
              <a:off x="0" y="3918"/>
              <a:ext cx="5760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2" name="Line 20"/>
            <p:cNvSpPr>
              <a:spLocks noChangeShapeType="1"/>
            </p:cNvSpPr>
            <p:nvPr userDrawn="1"/>
          </p:nvSpPr>
          <p:spPr bwMode="auto">
            <a:xfrm>
              <a:off x="0" y="3510"/>
              <a:ext cx="5760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3" name="Line 21"/>
            <p:cNvSpPr>
              <a:spLocks noChangeShapeType="1"/>
            </p:cNvSpPr>
            <p:nvPr userDrawn="1"/>
          </p:nvSpPr>
          <p:spPr bwMode="auto">
            <a:xfrm>
              <a:off x="0" y="3546"/>
              <a:ext cx="5760" cy="0"/>
            </a:xfrm>
            <a:prstGeom prst="line">
              <a:avLst/>
            </a:prstGeom>
            <a:noFill/>
            <a:ln w="381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4" name="Line 22"/>
            <p:cNvSpPr>
              <a:spLocks noChangeShapeType="1"/>
            </p:cNvSpPr>
            <p:nvPr userDrawn="1"/>
          </p:nvSpPr>
          <p:spPr bwMode="auto">
            <a:xfrm>
              <a:off x="0" y="3579"/>
              <a:ext cx="5760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5" name="Line 23"/>
            <p:cNvSpPr>
              <a:spLocks noChangeShapeType="1"/>
            </p:cNvSpPr>
            <p:nvPr userDrawn="1"/>
          </p:nvSpPr>
          <p:spPr bwMode="auto">
            <a:xfrm>
              <a:off x="0" y="3420"/>
              <a:ext cx="5760" cy="0"/>
            </a:xfrm>
            <a:prstGeom prst="line">
              <a:avLst/>
            </a:prstGeom>
            <a:noFill/>
            <a:ln w="2857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6" name="Line 24"/>
            <p:cNvSpPr>
              <a:spLocks noChangeShapeType="1"/>
            </p:cNvSpPr>
            <p:nvPr userDrawn="1"/>
          </p:nvSpPr>
          <p:spPr bwMode="auto">
            <a:xfrm>
              <a:off x="0" y="3372"/>
              <a:ext cx="5760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7" name="Line 25"/>
            <p:cNvSpPr>
              <a:spLocks noChangeShapeType="1"/>
            </p:cNvSpPr>
            <p:nvPr userDrawn="1"/>
          </p:nvSpPr>
          <p:spPr bwMode="auto">
            <a:xfrm>
              <a:off x="0" y="3465"/>
              <a:ext cx="5760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8" name="Line 26"/>
            <p:cNvSpPr>
              <a:spLocks noChangeShapeType="1"/>
            </p:cNvSpPr>
            <p:nvPr userDrawn="1"/>
          </p:nvSpPr>
          <p:spPr bwMode="auto">
            <a:xfrm>
              <a:off x="0" y="2973"/>
              <a:ext cx="5760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9" name="Line 27"/>
            <p:cNvSpPr>
              <a:spLocks noChangeShapeType="1"/>
            </p:cNvSpPr>
            <p:nvPr userDrawn="1"/>
          </p:nvSpPr>
          <p:spPr bwMode="auto">
            <a:xfrm>
              <a:off x="0" y="2946"/>
              <a:ext cx="5760" cy="0"/>
            </a:xfrm>
            <a:prstGeom prst="line">
              <a:avLst/>
            </a:prstGeom>
            <a:noFill/>
            <a:ln w="381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0" name="Line 28"/>
            <p:cNvSpPr>
              <a:spLocks noChangeShapeType="1"/>
            </p:cNvSpPr>
            <p:nvPr userDrawn="1"/>
          </p:nvSpPr>
          <p:spPr bwMode="auto">
            <a:xfrm>
              <a:off x="0" y="3327"/>
              <a:ext cx="5760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1" name="Line 29"/>
            <p:cNvSpPr>
              <a:spLocks noChangeShapeType="1"/>
            </p:cNvSpPr>
            <p:nvPr userDrawn="1"/>
          </p:nvSpPr>
          <p:spPr bwMode="auto">
            <a:xfrm>
              <a:off x="0" y="3201"/>
              <a:ext cx="5760" cy="0"/>
            </a:xfrm>
            <a:prstGeom prst="line">
              <a:avLst/>
            </a:prstGeom>
            <a:noFill/>
            <a:ln w="2857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2" name="Line 30"/>
            <p:cNvSpPr>
              <a:spLocks noChangeShapeType="1"/>
            </p:cNvSpPr>
            <p:nvPr userDrawn="1"/>
          </p:nvSpPr>
          <p:spPr bwMode="auto">
            <a:xfrm>
              <a:off x="0" y="3120"/>
              <a:ext cx="5760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3" name="Line 31"/>
            <p:cNvSpPr>
              <a:spLocks noChangeShapeType="1"/>
            </p:cNvSpPr>
            <p:nvPr userDrawn="1"/>
          </p:nvSpPr>
          <p:spPr bwMode="auto">
            <a:xfrm>
              <a:off x="0" y="3306"/>
              <a:ext cx="5760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4" name="Line 32"/>
            <p:cNvSpPr>
              <a:spLocks noChangeShapeType="1"/>
            </p:cNvSpPr>
            <p:nvPr userDrawn="1"/>
          </p:nvSpPr>
          <p:spPr bwMode="auto">
            <a:xfrm>
              <a:off x="0" y="2994"/>
              <a:ext cx="5760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5" name="Line 33"/>
            <p:cNvSpPr>
              <a:spLocks noChangeShapeType="1"/>
            </p:cNvSpPr>
            <p:nvPr userDrawn="1"/>
          </p:nvSpPr>
          <p:spPr bwMode="auto">
            <a:xfrm>
              <a:off x="0" y="3048"/>
              <a:ext cx="5760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6" name="Line 34"/>
            <p:cNvSpPr>
              <a:spLocks noChangeShapeType="1"/>
            </p:cNvSpPr>
            <p:nvPr userDrawn="1"/>
          </p:nvSpPr>
          <p:spPr bwMode="auto">
            <a:xfrm>
              <a:off x="0" y="3246"/>
              <a:ext cx="5760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7" name="Line 35"/>
            <p:cNvSpPr>
              <a:spLocks noChangeShapeType="1"/>
            </p:cNvSpPr>
            <p:nvPr userDrawn="1"/>
          </p:nvSpPr>
          <p:spPr bwMode="auto">
            <a:xfrm>
              <a:off x="0" y="3225"/>
              <a:ext cx="5760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8" name="Line 36"/>
            <p:cNvSpPr>
              <a:spLocks noChangeShapeType="1"/>
            </p:cNvSpPr>
            <p:nvPr userDrawn="1"/>
          </p:nvSpPr>
          <p:spPr bwMode="auto">
            <a:xfrm>
              <a:off x="0" y="2831"/>
              <a:ext cx="5760" cy="0"/>
            </a:xfrm>
            <a:prstGeom prst="line">
              <a:avLst/>
            </a:prstGeom>
            <a:noFill/>
            <a:ln w="2857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9" name="Line 37"/>
            <p:cNvSpPr>
              <a:spLocks noChangeShapeType="1"/>
            </p:cNvSpPr>
            <p:nvPr userDrawn="1"/>
          </p:nvSpPr>
          <p:spPr bwMode="auto">
            <a:xfrm>
              <a:off x="0" y="2750"/>
              <a:ext cx="5760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0" name="Line 38"/>
            <p:cNvSpPr>
              <a:spLocks noChangeShapeType="1"/>
            </p:cNvSpPr>
            <p:nvPr userDrawn="1"/>
          </p:nvSpPr>
          <p:spPr bwMode="auto">
            <a:xfrm>
              <a:off x="0" y="2678"/>
              <a:ext cx="5760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1" name="Line 39"/>
            <p:cNvSpPr>
              <a:spLocks noChangeShapeType="1"/>
            </p:cNvSpPr>
            <p:nvPr userDrawn="1"/>
          </p:nvSpPr>
          <p:spPr bwMode="auto">
            <a:xfrm>
              <a:off x="0" y="2876"/>
              <a:ext cx="5760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2" name="Line 40"/>
            <p:cNvSpPr>
              <a:spLocks noChangeShapeType="1"/>
            </p:cNvSpPr>
            <p:nvPr userDrawn="1"/>
          </p:nvSpPr>
          <p:spPr bwMode="auto">
            <a:xfrm>
              <a:off x="0" y="2855"/>
              <a:ext cx="5760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3" name="Line 41"/>
            <p:cNvSpPr>
              <a:spLocks noChangeShapeType="1"/>
            </p:cNvSpPr>
            <p:nvPr userDrawn="1"/>
          </p:nvSpPr>
          <p:spPr bwMode="auto">
            <a:xfrm>
              <a:off x="0" y="2554"/>
              <a:ext cx="5760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4" name="Line 42"/>
            <p:cNvSpPr>
              <a:spLocks noChangeShapeType="1"/>
            </p:cNvSpPr>
            <p:nvPr userDrawn="1"/>
          </p:nvSpPr>
          <p:spPr bwMode="auto">
            <a:xfrm>
              <a:off x="0" y="2590"/>
              <a:ext cx="5760" cy="0"/>
            </a:xfrm>
            <a:prstGeom prst="line">
              <a:avLst/>
            </a:prstGeom>
            <a:noFill/>
            <a:ln w="381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5" name="Line 43"/>
            <p:cNvSpPr>
              <a:spLocks noChangeShapeType="1"/>
            </p:cNvSpPr>
            <p:nvPr userDrawn="1"/>
          </p:nvSpPr>
          <p:spPr bwMode="auto">
            <a:xfrm>
              <a:off x="0" y="2623"/>
              <a:ext cx="5760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6" name="Line 44"/>
            <p:cNvSpPr>
              <a:spLocks noChangeShapeType="1"/>
            </p:cNvSpPr>
            <p:nvPr userDrawn="1"/>
          </p:nvSpPr>
          <p:spPr bwMode="auto">
            <a:xfrm>
              <a:off x="0" y="2464"/>
              <a:ext cx="5760" cy="0"/>
            </a:xfrm>
            <a:prstGeom prst="line">
              <a:avLst/>
            </a:prstGeom>
            <a:noFill/>
            <a:ln w="2857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7" name="Line 45"/>
            <p:cNvSpPr>
              <a:spLocks noChangeShapeType="1"/>
            </p:cNvSpPr>
            <p:nvPr userDrawn="1"/>
          </p:nvSpPr>
          <p:spPr bwMode="auto">
            <a:xfrm>
              <a:off x="0" y="2416"/>
              <a:ext cx="5760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8" name="Line 46"/>
            <p:cNvSpPr>
              <a:spLocks noChangeShapeType="1"/>
            </p:cNvSpPr>
            <p:nvPr userDrawn="1"/>
          </p:nvSpPr>
          <p:spPr bwMode="auto">
            <a:xfrm>
              <a:off x="0" y="2509"/>
              <a:ext cx="5760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9" name="Line 47"/>
            <p:cNvSpPr>
              <a:spLocks noChangeShapeType="1"/>
            </p:cNvSpPr>
            <p:nvPr userDrawn="1"/>
          </p:nvSpPr>
          <p:spPr bwMode="auto">
            <a:xfrm>
              <a:off x="0" y="2371"/>
              <a:ext cx="5760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80" name="Line 48"/>
            <p:cNvSpPr>
              <a:spLocks noChangeShapeType="1"/>
            </p:cNvSpPr>
            <p:nvPr userDrawn="1"/>
          </p:nvSpPr>
          <p:spPr bwMode="auto">
            <a:xfrm>
              <a:off x="0" y="2245"/>
              <a:ext cx="5760" cy="0"/>
            </a:xfrm>
            <a:prstGeom prst="line">
              <a:avLst/>
            </a:prstGeom>
            <a:noFill/>
            <a:ln w="2857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81" name="Line 49"/>
            <p:cNvSpPr>
              <a:spLocks noChangeShapeType="1"/>
            </p:cNvSpPr>
            <p:nvPr userDrawn="1"/>
          </p:nvSpPr>
          <p:spPr bwMode="auto">
            <a:xfrm>
              <a:off x="0" y="2350"/>
              <a:ext cx="5760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82" name="Line 50"/>
            <p:cNvSpPr>
              <a:spLocks noChangeShapeType="1"/>
            </p:cNvSpPr>
            <p:nvPr userDrawn="1"/>
          </p:nvSpPr>
          <p:spPr bwMode="auto">
            <a:xfrm>
              <a:off x="0" y="2290"/>
              <a:ext cx="5760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83" name="Line 51"/>
            <p:cNvSpPr>
              <a:spLocks noChangeShapeType="1"/>
            </p:cNvSpPr>
            <p:nvPr userDrawn="1"/>
          </p:nvSpPr>
          <p:spPr bwMode="auto">
            <a:xfrm>
              <a:off x="0" y="2269"/>
              <a:ext cx="5760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84" name="Line 52"/>
            <p:cNvSpPr>
              <a:spLocks noChangeShapeType="1"/>
            </p:cNvSpPr>
            <p:nvPr userDrawn="1"/>
          </p:nvSpPr>
          <p:spPr bwMode="auto">
            <a:xfrm>
              <a:off x="0" y="2130"/>
              <a:ext cx="5760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85" name="Line 53"/>
            <p:cNvSpPr>
              <a:spLocks noChangeShapeType="1"/>
            </p:cNvSpPr>
            <p:nvPr userDrawn="1"/>
          </p:nvSpPr>
          <p:spPr bwMode="auto">
            <a:xfrm>
              <a:off x="0" y="2166"/>
              <a:ext cx="5760" cy="0"/>
            </a:xfrm>
            <a:prstGeom prst="line">
              <a:avLst/>
            </a:prstGeom>
            <a:noFill/>
            <a:ln w="381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86" name="Line 54"/>
            <p:cNvSpPr>
              <a:spLocks noChangeShapeType="1"/>
            </p:cNvSpPr>
            <p:nvPr userDrawn="1"/>
          </p:nvSpPr>
          <p:spPr bwMode="auto">
            <a:xfrm>
              <a:off x="0" y="2199"/>
              <a:ext cx="5760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87" name="Line 55"/>
            <p:cNvSpPr>
              <a:spLocks noChangeShapeType="1"/>
            </p:cNvSpPr>
            <p:nvPr userDrawn="1"/>
          </p:nvSpPr>
          <p:spPr bwMode="auto">
            <a:xfrm>
              <a:off x="0" y="2040"/>
              <a:ext cx="5760" cy="0"/>
            </a:xfrm>
            <a:prstGeom prst="line">
              <a:avLst/>
            </a:prstGeom>
            <a:noFill/>
            <a:ln w="2857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88" name="Line 56"/>
            <p:cNvSpPr>
              <a:spLocks noChangeShapeType="1"/>
            </p:cNvSpPr>
            <p:nvPr userDrawn="1"/>
          </p:nvSpPr>
          <p:spPr bwMode="auto">
            <a:xfrm>
              <a:off x="0" y="1992"/>
              <a:ext cx="5760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89" name="Line 57"/>
            <p:cNvSpPr>
              <a:spLocks noChangeShapeType="1"/>
            </p:cNvSpPr>
            <p:nvPr userDrawn="1"/>
          </p:nvSpPr>
          <p:spPr bwMode="auto">
            <a:xfrm>
              <a:off x="0" y="2085"/>
              <a:ext cx="5760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0" name="Line 58"/>
            <p:cNvSpPr>
              <a:spLocks noChangeShapeType="1"/>
            </p:cNvSpPr>
            <p:nvPr userDrawn="1"/>
          </p:nvSpPr>
          <p:spPr bwMode="auto">
            <a:xfrm>
              <a:off x="0" y="1593"/>
              <a:ext cx="5760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1" name="Line 59"/>
            <p:cNvSpPr>
              <a:spLocks noChangeShapeType="1"/>
            </p:cNvSpPr>
            <p:nvPr userDrawn="1"/>
          </p:nvSpPr>
          <p:spPr bwMode="auto">
            <a:xfrm>
              <a:off x="0" y="1566"/>
              <a:ext cx="5760" cy="0"/>
            </a:xfrm>
            <a:prstGeom prst="line">
              <a:avLst/>
            </a:prstGeom>
            <a:noFill/>
            <a:ln w="381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2" name="Line 60"/>
            <p:cNvSpPr>
              <a:spLocks noChangeShapeType="1"/>
            </p:cNvSpPr>
            <p:nvPr userDrawn="1"/>
          </p:nvSpPr>
          <p:spPr bwMode="auto">
            <a:xfrm>
              <a:off x="0" y="1947"/>
              <a:ext cx="5760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3" name="Line 61"/>
            <p:cNvSpPr>
              <a:spLocks noChangeShapeType="1"/>
            </p:cNvSpPr>
            <p:nvPr userDrawn="1"/>
          </p:nvSpPr>
          <p:spPr bwMode="auto">
            <a:xfrm>
              <a:off x="0" y="1821"/>
              <a:ext cx="5760" cy="0"/>
            </a:xfrm>
            <a:prstGeom prst="line">
              <a:avLst/>
            </a:prstGeom>
            <a:noFill/>
            <a:ln w="2857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4" name="Line 62"/>
            <p:cNvSpPr>
              <a:spLocks noChangeShapeType="1"/>
            </p:cNvSpPr>
            <p:nvPr userDrawn="1"/>
          </p:nvSpPr>
          <p:spPr bwMode="auto">
            <a:xfrm>
              <a:off x="0" y="1740"/>
              <a:ext cx="5760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5" name="Line 63"/>
            <p:cNvSpPr>
              <a:spLocks noChangeShapeType="1"/>
            </p:cNvSpPr>
            <p:nvPr userDrawn="1"/>
          </p:nvSpPr>
          <p:spPr bwMode="auto">
            <a:xfrm>
              <a:off x="0" y="1926"/>
              <a:ext cx="5760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6" name="Line 64"/>
            <p:cNvSpPr>
              <a:spLocks noChangeShapeType="1"/>
            </p:cNvSpPr>
            <p:nvPr userDrawn="1"/>
          </p:nvSpPr>
          <p:spPr bwMode="auto">
            <a:xfrm>
              <a:off x="0" y="1614"/>
              <a:ext cx="5760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7" name="Line 65"/>
            <p:cNvSpPr>
              <a:spLocks noChangeShapeType="1"/>
            </p:cNvSpPr>
            <p:nvPr userDrawn="1"/>
          </p:nvSpPr>
          <p:spPr bwMode="auto">
            <a:xfrm>
              <a:off x="0" y="1668"/>
              <a:ext cx="5760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8" name="Line 66"/>
            <p:cNvSpPr>
              <a:spLocks noChangeShapeType="1"/>
            </p:cNvSpPr>
            <p:nvPr userDrawn="1"/>
          </p:nvSpPr>
          <p:spPr bwMode="auto">
            <a:xfrm>
              <a:off x="0" y="1866"/>
              <a:ext cx="5760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9" name="Line 67"/>
            <p:cNvSpPr>
              <a:spLocks noChangeShapeType="1"/>
            </p:cNvSpPr>
            <p:nvPr userDrawn="1"/>
          </p:nvSpPr>
          <p:spPr bwMode="auto">
            <a:xfrm>
              <a:off x="0" y="1845"/>
              <a:ext cx="5760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0" name="Line 68"/>
            <p:cNvSpPr>
              <a:spLocks noChangeShapeType="1"/>
            </p:cNvSpPr>
            <p:nvPr userDrawn="1"/>
          </p:nvSpPr>
          <p:spPr bwMode="auto">
            <a:xfrm>
              <a:off x="0" y="1437"/>
              <a:ext cx="5760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1" name="Line 69"/>
            <p:cNvSpPr>
              <a:spLocks noChangeShapeType="1"/>
            </p:cNvSpPr>
            <p:nvPr userDrawn="1"/>
          </p:nvSpPr>
          <p:spPr bwMode="auto">
            <a:xfrm>
              <a:off x="0" y="1473"/>
              <a:ext cx="5760" cy="0"/>
            </a:xfrm>
            <a:prstGeom prst="line">
              <a:avLst/>
            </a:prstGeom>
            <a:noFill/>
            <a:ln w="381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2" name="Line 70"/>
            <p:cNvSpPr>
              <a:spLocks noChangeShapeType="1"/>
            </p:cNvSpPr>
            <p:nvPr userDrawn="1"/>
          </p:nvSpPr>
          <p:spPr bwMode="auto">
            <a:xfrm>
              <a:off x="0" y="1506"/>
              <a:ext cx="5760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3" name="Line 71"/>
            <p:cNvSpPr>
              <a:spLocks noChangeShapeType="1"/>
            </p:cNvSpPr>
            <p:nvPr userDrawn="1"/>
          </p:nvSpPr>
          <p:spPr bwMode="auto">
            <a:xfrm>
              <a:off x="0" y="1347"/>
              <a:ext cx="5760" cy="0"/>
            </a:xfrm>
            <a:prstGeom prst="line">
              <a:avLst/>
            </a:prstGeom>
            <a:noFill/>
            <a:ln w="2857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4" name="Line 72"/>
            <p:cNvSpPr>
              <a:spLocks noChangeShapeType="1"/>
            </p:cNvSpPr>
            <p:nvPr userDrawn="1"/>
          </p:nvSpPr>
          <p:spPr bwMode="auto">
            <a:xfrm>
              <a:off x="0" y="1392"/>
              <a:ext cx="5760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5" name="Line 73"/>
            <p:cNvSpPr>
              <a:spLocks noChangeShapeType="1"/>
            </p:cNvSpPr>
            <p:nvPr userDrawn="1"/>
          </p:nvSpPr>
          <p:spPr bwMode="auto">
            <a:xfrm>
              <a:off x="0" y="1016"/>
              <a:ext cx="5760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6" name="Line 74"/>
            <p:cNvSpPr>
              <a:spLocks noChangeShapeType="1"/>
            </p:cNvSpPr>
            <p:nvPr userDrawn="1"/>
          </p:nvSpPr>
          <p:spPr bwMode="auto">
            <a:xfrm>
              <a:off x="0" y="989"/>
              <a:ext cx="5760" cy="0"/>
            </a:xfrm>
            <a:prstGeom prst="line">
              <a:avLst/>
            </a:prstGeom>
            <a:noFill/>
            <a:ln w="381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7" name="Line 75"/>
            <p:cNvSpPr>
              <a:spLocks noChangeShapeType="1"/>
            </p:cNvSpPr>
            <p:nvPr userDrawn="1"/>
          </p:nvSpPr>
          <p:spPr bwMode="auto">
            <a:xfrm>
              <a:off x="0" y="1244"/>
              <a:ext cx="5760" cy="0"/>
            </a:xfrm>
            <a:prstGeom prst="line">
              <a:avLst/>
            </a:prstGeom>
            <a:noFill/>
            <a:ln w="2857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8" name="Line 76"/>
            <p:cNvSpPr>
              <a:spLocks noChangeShapeType="1"/>
            </p:cNvSpPr>
            <p:nvPr userDrawn="1"/>
          </p:nvSpPr>
          <p:spPr bwMode="auto">
            <a:xfrm>
              <a:off x="0" y="1163"/>
              <a:ext cx="5760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9" name="Line 77"/>
            <p:cNvSpPr>
              <a:spLocks noChangeShapeType="1"/>
            </p:cNvSpPr>
            <p:nvPr userDrawn="1"/>
          </p:nvSpPr>
          <p:spPr bwMode="auto">
            <a:xfrm>
              <a:off x="0" y="1037"/>
              <a:ext cx="5760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0" name="Line 78"/>
            <p:cNvSpPr>
              <a:spLocks noChangeShapeType="1"/>
            </p:cNvSpPr>
            <p:nvPr userDrawn="1"/>
          </p:nvSpPr>
          <p:spPr bwMode="auto">
            <a:xfrm>
              <a:off x="0" y="1091"/>
              <a:ext cx="5760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1" name="Line 79"/>
            <p:cNvSpPr>
              <a:spLocks noChangeShapeType="1"/>
            </p:cNvSpPr>
            <p:nvPr userDrawn="1"/>
          </p:nvSpPr>
          <p:spPr bwMode="auto">
            <a:xfrm>
              <a:off x="0" y="1289"/>
              <a:ext cx="5760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2" name="Line 80"/>
            <p:cNvSpPr>
              <a:spLocks noChangeShapeType="1"/>
            </p:cNvSpPr>
            <p:nvPr userDrawn="1"/>
          </p:nvSpPr>
          <p:spPr bwMode="auto">
            <a:xfrm>
              <a:off x="0" y="1268"/>
              <a:ext cx="5760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3" name="Line 81"/>
            <p:cNvSpPr>
              <a:spLocks noChangeShapeType="1"/>
            </p:cNvSpPr>
            <p:nvPr userDrawn="1"/>
          </p:nvSpPr>
          <p:spPr bwMode="auto">
            <a:xfrm>
              <a:off x="0" y="860"/>
              <a:ext cx="5760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4" name="Line 82"/>
            <p:cNvSpPr>
              <a:spLocks noChangeShapeType="1"/>
            </p:cNvSpPr>
            <p:nvPr userDrawn="1"/>
          </p:nvSpPr>
          <p:spPr bwMode="auto">
            <a:xfrm>
              <a:off x="0" y="896"/>
              <a:ext cx="5760" cy="0"/>
            </a:xfrm>
            <a:prstGeom prst="line">
              <a:avLst/>
            </a:prstGeom>
            <a:noFill/>
            <a:ln w="381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5" name="Line 83"/>
            <p:cNvSpPr>
              <a:spLocks noChangeShapeType="1"/>
            </p:cNvSpPr>
            <p:nvPr userDrawn="1"/>
          </p:nvSpPr>
          <p:spPr bwMode="auto">
            <a:xfrm>
              <a:off x="0" y="929"/>
              <a:ext cx="5760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6" name="Line 84"/>
            <p:cNvSpPr>
              <a:spLocks noChangeShapeType="1"/>
            </p:cNvSpPr>
            <p:nvPr userDrawn="1"/>
          </p:nvSpPr>
          <p:spPr bwMode="auto">
            <a:xfrm>
              <a:off x="0" y="770"/>
              <a:ext cx="5760" cy="0"/>
            </a:xfrm>
            <a:prstGeom prst="line">
              <a:avLst/>
            </a:prstGeom>
            <a:noFill/>
            <a:ln w="2857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7" name="Line 85"/>
            <p:cNvSpPr>
              <a:spLocks noChangeShapeType="1"/>
            </p:cNvSpPr>
            <p:nvPr userDrawn="1"/>
          </p:nvSpPr>
          <p:spPr bwMode="auto">
            <a:xfrm>
              <a:off x="0" y="815"/>
              <a:ext cx="5760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8" name="Line 86"/>
            <p:cNvSpPr>
              <a:spLocks noChangeShapeType="1"/>
            </p:cNvSpPr>
            <p:nvPr userDrawn="1"/>
          </p:nvSpPr>
          <p:spPr bwMode="auto">
            <a:xfrm>
              <a:off x="0" y="718"/>
              <a:ext cx="5760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9" name="Line 87"/>
            <p:cNvSpPr>
              <a:spLocks noChangeShapeType="1"/>
            </p:cNvSpPr>
            <p:nvPr userDrawn="1"/>
          </p:nvSpPr>
          <p:spPr bwMode="auto">
            <a:xfrm>
              <a:off x="0" y="646"/>
              <a:ext cx="5760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0" name="Line 88"/>
            <p:cNvSpPr>
              <a:spLocks noChangeShapeType="1"/>
            </p:cNvSpPr>
            <p:nvPr userDrawn="1"/>
          </p:nvSpPr>
          <p:spPr bwMode="auto">
            <a:xfrm>
              <a:off x="0" y="522"/>
              <a:ext cx="5760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1" name="Line 89"/>
            <p:cNvSpPr>
              <a:spLocks noChangeShapeType="1"/>
            </p:cNvSpPr>
            <p:nvPr userDrawn="1"/>
          </p:nvSpPr>
          <p:spPr bwMode="auto">
            <a:xfrm>
              <a:off x="0" y="558"/>
              <a:ext cx="5760" cy="0"/>
            </a:xfrm>
            <a:prstGeom prst="line">
              <a:avLst/>
            </a:prstGeom>
            <a:noFill/>
            <a:ln w="381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2" name="Line 90"/>
            <p:cNvSpPr>
              <a:spLocks noChangeShapeType="1"/>
            </p:cNvSpPr>
            <p:nvPr userDrawn="1"/>
          </p:nvSpPr>
          <p:spPr bwMode="auto">
            <a:xfrm>
              <a:off x="0" y="591"/>
              <a:ext cx="5760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3" name="Line 91"/>
            <p:cNvSpPr>
              <a:spLocks noChangeShapeType="1"/>
            </p:cNvSpPr>
            <p:nvPr userDrawn="1"/>
          </p:nvSpPr>
          <p:spPr bwMode="auto">
            <a:xfrm>
              <a:off x="0" y="432"/>
              <a:ext cx="5760" cy="0"/>
            </a:xfrm>
            <a:prstGeom prst="line">
              <a:avLst/>
            </a:prstGeom>
            <a:noFill/>
            <a:ln w="2857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4" name="Line 92"/>
            <p:cNvSpPr>
              <a:spLocks noChangeShapeType="1"/>
            </p:cNvSpPr>
            <p:nvPr userDrawn="1"/>
          </p:nvSpPr>
          <p:spPr bwMode="auto">
            <a:xfrm>
              <a:off x="0" y="384"/>
              <a:ext cx="5760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5" name="Line 93"/>
            <p:cNvSpPr>
              <a:spLocks noChangeShapeType="1"/>
            </p:cNvSpPr>
            <p:nvPr userDrawn="1"/>
          </p:nvSpPr>
          <p:spPr bwMode="auto">
            <a:xfrm>
              <a:off x="0" y="477"/>
              <a:ext cx="5760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6" name="Line 94"/>
            <p:cNvSpPr>
              <a:spLocks noChangeShapeType="1"/>
            </p:cNvSpPr>
            <p:nvPr userDrawn="1"/>
          </p:nvSpPr>
          <p:spPr bwMode="auto">
            <a:xfrm>
              <a:off x="0" y="339"/>
              <a:ext cx="5760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7" name="Line 95"/>
            <p:cNvSpPr>
              <a:spLocks noChangeShapeType="1"/>
            </p:cNvSpPr>
            <p:nvPr userDrawn="1"/>
          </p:nvSpPr>
          <p:spPr bwMode="auto">
            <a:xfrm>
              <a:off x="0" y="318"/>
              <a:ext cx="5760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8" name="Line 96"/>
            <p:cNvSpPr>
              <a:spLocks noChangeShapeType="1"/>
            </p:cNvSpPr>
            <p:nvPr userDrawn="1"/>
          </p:nvSpPr>
          <p:spPr bwMode="auto">
            <a:xfrm>
              <a:off x="0" y="258"/>
              <a:ext cx="5760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3" name="Line 101"/>
            <p:cNvSpPr>
              <a:spLocks noChangeShapeType="1"/>
            </p:cNvSpPr>
            <p:nvPr userDrawn="1"/>
          </p:nvSpPr>
          <p:spPr bwMode="auto">
            <a:xfrm>
              <a:off x="0" y="202"/>
              <a:ext cx="5760" cy="0"/>
            </a:xfrm>
            <a:prstGeom prst="line">
              <a:avLst/>
            </a:prstGeom>
            <a:noFill/>
            <a:ln w="381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032" name="Rectangle 103"/>
          <p:cNvSpPr>
            <a:spLocks noChangeArrowheads="1"/>
          </p:cNvSpPr>
          <p:nvPr userDrawn="1"/>
        </p:nvSpPr>
        <p:spPr bwMode="auto">
          <a:xfrm>
            <a:off x="500758" y="68982"/>
            <a:ext cx="360000" cy="1152000"/>
          </a:xfrm>
          <a:prstGeom prst="rect">
            <a:avLst/>
          </a:prstGeom>
          <a:solidFill>
            <a:srgbClr val="CCCC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3" name="Rectangle 104"/>
          <p:cNvSpPr>
            <a:spLocks noChangeArrowheads="1"/>
          </p:cNvSpPr>
          <p:nvPr userDrawn="1"/>
        </p:nvSpPr>
        <p:spPr bwMode="auto">
          <a:xfrm>
            <a:off x="251520" y="200744"/>
            <a:ext cx="5662613" cy="77787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矩形 2"/>
          <p:cNvSpPr/>
          <p:nvPr userDrawn="1"/>
        </p:nvSpPr>
        <p:spPr bwMode="auto">
          <a:xfrm>
            <a:off x="0" y="6624000"/>
            <a:ext cx="9144000" cy="252000"/>
          </a:xfrm>
          <a:prstGeom prst="rect">
            <a:avLst/>
          </a:prstGeom>
          <a:gradFill flip="none" rotWithShape="1">
            <a:gsLst>
              <a:gs pos="40000">
                <a:srgbClr val="CCCC99">
                  <a:alpha val="80000"/>
                </a:srgbClr>
              </a:gs>
              <a:gs pos="76126">
                <a:srgbClr val="EBEBD6"/>
              </a:gs>
              <a:gs pos="57820">
                <a:srgbClr val="DBDBB7"/>
              </a:gs>
              <a:gs pos="30000">
                <a:srgbClr val="CCCC99"/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rect">
              <a:fillToRect l="100000" t="100000"/>
            </a:path>
            <a:tileRect r="-100000" b="-10000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114300">
              <a:prstClr val="black"/>
            </a:innerShdw>
            <a:softEdge rad="31750"/>
          </a:effec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4800" b="1" i="0" u="none" strike="noStrike" cap="none" normalizeH="0" baseline="0">
              <a:ln>
                <a:noFill/>
              </a:ln>
              <a:solidFill>
                <a:srgbClr val="996633"/>
              </a:solidFill>
              <a:effectLst/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111" name="图片 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344000" y="0"/>
            <a:ext cx="1799792" cy="5112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107"/>
          <p:cNvSpPr>
            <a:spLocks noGrp="1" noChangeArrowheads="1"/>
          </p:cNvSpPr>
          <p:nvPr userDrawn="1">
            <p:ph type="body" idx="1"/>
          </p:nvPr>
        </p:nvSpPr>
        <p:spPr bwMode="auto">
          <a:xfrm>
            <a:off x="324000" y="1404000"/>
            <a:ext cx="8640000" cy="522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4862" name="Rectangle 110"/>
          <p:cNvSpPr>
            <a:spLocks noGrp="1" noChangeArrowheads="1"/>
          </p:cNvSpPr>
          <p:nvPr userDrawn="1">
            <p:ph type="sldNum" sz="quarter" idx="4"/>
          </p:nvPr>
        </p:nvSpPr>
        <p:spPr bwMode="auto">
          <a:xfrm>
            <a:off x="6948488" y="6624000"/>
            <a:ext cx="2193925" cy="28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4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A49A7A74-4E33-482D-9B61-523748FF653A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1029" name="Rectangle 111"/>
          <p:cNvSpPr>
            <a:spLocks noGrp="1" noChangeArrowheads="1"/>
          </p:cNvSpPr>
          <p:nvPr userDrawn="1">
            <p:ph type="title"/>
          </p:nvPr>
        </p:nvSpPr>
        <p:spPr bwMode="auto">
          <a:xfrm>
            <a:off x="900000" y="288000"/>
            <a:ext cx="7920000" cy="108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</a:t>
            </a:r>
            <a:r>
              <a:rPr lang="zh-CN" altLang="en-US" dirty="0"/>
              <a:t>母版标题样式</a:t>
            </a:r>
          </a:p>
        </p:txBody>
      </p:sp>
      <p:sp>
        <p:nvSpPr>
          <p:cNvPr id="2" name="文本框 1"/>
          <p:cNvSpPr txBox="1"/>
          <p:nvPr userDrawn="1"/>
        </p:nvSpPr>
        <p:spPr>
          <a:xfrm>
            <a:off x="72000" y="6624000"/>
            <a:ext cx="14400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计算机体系结构</a:t>
            </a:r>
          </a:p>
        </p:txBody>
      </p:sp>
      <p:sp>
        <p:nvSpPr>
          <p:cNvPr id="113" name="文本框 112"/>
          <p:cNvSpPr txBox="1"/>
          <p:nvPr userDrawn="1"/>
        </p:nvSpPr>
        <p:spPr>
          <a:xfrm>
            <a:off x="3635896" y="6624000"/>
            <a:ext cx="24121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b="0" kern="1200" dirty="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西安交通大学  新</a:t>
            </a:r>
            <a:r>
              <a:rPr lang="zh-CN" altLang="en-US" sz="1200" b="0" dirty="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型计算机研究所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1" r:id="rId1"/>
    <p:sldLayoutId id="2147483860" r:id="rId2"/>
  </p:sldLayoutIdLst>
  <p:hf hdr="0" ftr="0" dt="0"/>
  <p:txStyles>
    <p:titleStyle>
      <a:lvl1pPr algn="ctr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kumimoji="1" sz="4000" b="1" baseline="0">
          <a:solidFill>
            <a:schemeClr val="tx1"/>
          </a:solidFill>
          <a:latin typeface="Consolas" panose="020B0609020204030204" pitchFamily="49" charset="0"/>
          <a:ea typeface="黑体" panose="02010609060101010101" pitchFamily="49" charset="-122"/>
          <a:cs typeface="+mj-cs"/>
        </a:defRPr>
      </a:lvl1pPr>
      <a:lvl2pPr algn="ctr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lnSpc>
          <a:spcPct val="85000"/>
        </a:lnSpc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lnSpc>
          <a:spcPct val="85000"/>
        </a:lnSpc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lnSpc>
          <a:spcPct val="85000"/>
        </a:lnSpc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lnSpc>
          <a:spcPct val="85000"/>
        </a:lnSpc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u"/>
        <a:defRPr kumimoji="1" sz="3200" baseline="0">
          <a:solidFill>
            <a:schemeClr val="tx1"/>
          </a:solidFill>
          <a:latin typeface="Consolas" panose="020B0609020204030204" pitchFamily="49" charset="0"/>
          <a:ea typeface="黑体" panose="02010609060101010101" pitchFamily="49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l"/>
        <a:defRPr kumimoji="1" sz="2800" baseline="0">
          <a:solidFill>
            <a:schemeClr val="tx1"/>
          </a:solidFill>
          <a:latin typeface="Consolas" panose="020B0609020204030204" pitchFamily="49" charset="0"/>
          <a:ea typeface="黑体" panose="02010609060101010101" pitchFamily="49" charset="-122"/>
        </a:defRPr>
      </a:lvl2pPr>
      <a:lvl3pPr marL="108585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kumimoji="1" sz="2400" baseline="0">
          <a:solidFill>
            <a:schemeClr val="tx1"/>
          </a:solidFill>
          <a:latin typeface="Consolas" panose="020B0609020204030204" pitchFamily="49" charset="0"/>
          <a:ea typeface="黑体" panose="02010609060101010101" pitchFamily="49" charset="-122"/>
        </a:defRPr>
      </a:lvl3pPr>
      <a:lvl4pPr marL="142875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85000"/>
        <a:buFont typeface="Wingdings" pitchFamily="2" charset="2"/>
        <a:buChar char="w"/>
        <a:defRPr kumimoji="1" sz="2000" baseline="0">
          <a:solidFill>
            <a:schemeClr val="tx1"/>
          </a:solidFill>
          <a:latin typeface="Consolas" panose="020B0609020204030204" pitchFamily="49" charset="0"/>
          <a:ea typeface="黑体" panose="02010609060101010101" pitchFamily="49" charset="-122"/>
        </a:defRPr>
      </a:lvl4pPr>
      <a:lvl5pPr marL="177165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80000"/>
        <a:buFont typeface="Wingdings" pitchFamily="2" charset="2"/>
        <a:buChar char="§"/>
        <a:defRPr kumimoji="1" baseline="0">
          <a:solidFill>
            <a:schemeClr val="tx1"/>
          </a:solidFill>
          <a:latin typeface="Consolas" panose="020B0609020204030204" pitchFamily="49" charset="0"/>
          <a:ea typeface="黑体" panose="02010609060101010101" pitchFamily="49" charset="-122"/>
        </a:defRPr>
      </a:lvl5pPr>
      <a:lvl6pPr marL="222885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§"/>
        <a:defRPr kumimoji="1">
          <a:solidFill>
            <a:schemeClr val="tx1"/>
          </a:solidFill>
          <a:latin typeface="+mn-lt"/>
          <a:ea typeface="+mn-ea"/>
        </a:defRPr>
      </a:lvl6pPr>
      <a:lvl7pPr marL="268605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§"/>
        <a:defRPr kumimoji="1">
          <a:solidFill>
            <a:schemeClr val="tx1"/>
          </a:solidFill>
          <a:latin typeface="+mn-lt"/>
          <a:ea typeface="+mn-ea"/>
        </a:defRPr>
      </a:lvl7pPr>
      <a:lvl8pPr marL="314325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§"/>
        <a:defRPr kumimoji="1">
          <a:solidFill>
            <a:schemeClr val="tx1"/>
          </a:solidFill>
          <a:latin typeface="+mn-lt"/>
          <a:ea typeface="+mn-ea"/>
        </a:defRPr>
      </a:lvl8pPr>
      <a:lvl9pPr marL="360045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§"/>
        <a:defRPr kumimoji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zh-CN" altLang="en-US" sz="4800" b="1">
                <a:ea typeface="仿宋_GB2312" pitchFamily="49" charset="-122"/>
              </a:rPr>
              <a:t>计算机体系结构</a:t>
            </a:r>
            <a:endParaRPr lang="zh-CN" altLang="en-US" sz="4800" b="1" dirty="0">
              <a:ea typeface="仿宋_GB2312" pitchFamily="49" charset="-122"/>
            </a:endParaRPr>
          </a:p>
        </p:txBody>
      </p:sp>
      <p:sp>
        <p:nvSpPr>
          <p:cNvPr id="3075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980131" y="3429000"/>
            <a:ext cx="5760000" cy="3168352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sz="2800" b="1" dirty="0">
                <a:latin typeface="华文楷体" panose="02010600040101010101" pitchFamily="2" charset="-122"/>
              </a:rPr>
              <a:t>新型计算机研究所</a:t>
            </a:r>
            <a:endParaRPr lang="zh-CN" altLang="en-US" b="1" dirty="0">
              <a:latin typeface="华文楷体" panose="02010600040101010101" pitchFamily="2" charset="-122"/>
            </a:endParaRPr>
          </a:p>
          <a:p>
            <a:pPr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>
                <a:latin typeface="华文楷体" panose="02010600040101010101" pitchFamily="2" charset="-122"/>
              </a:rPr>
              <a:t>陈  衡</a:t>
            </a:r>
            <a:endParaRPr lang="zh-CN" altLang="en-US" sz="2400" b="1" dirty="0">
              <a:latin typeface="华文楷体" panose="02010600040101010101" pitchFamily="2" charset="-122"/>
            </a:endParaRPr>
          </a:p>
          <a:p>
            <a:pPr eaLnBrk="1" hangingPunct="1">
              <a:lnSpc>
                <a:spcPct val="120000"/>
              </a:lnSpc>
              <a:spcBef>
                <a:spcPts val="2400"/>
              </a:spcBef>
            </a:pPr>
            <a:r>
              <a:rPr lang="zh-CN" altLang="en-US" sz="2800" b="1" dirty="0"/>
              <a:t>西一楼Ａ段</a:t>
            </a:r>
            <a:r>
              <a:rPr lang="en-US" altLang="zh-CN" sz="2800" b="1" dirty="0"/>
              <a:t>415</a:t>
            </a:r>
            <a:r>
              <a:rPr lang="zh-CN" altLang="en-US" sz="2800" b="1" dirty="0"/>
              <a:t>室</a:t>
            </a:r>
            <a:endParaRPr lang="zh-CN" altLang="en-US" sz="2400" b="1" dirty="0"/>
          </a:p>
          <a:p>
            <a:pPr eaLnBrk="1" hangingPunct="1">
              <a:lnSpc>
                <a:spcPct val="120000"/>
              </a:lnSpc>
              <a:spcBef>
                <a:spcPts val="600"/>
              </a:spcBef>
            </a:pPr>
            <a:r>
              <a:rPr lang="en-US" altLang="zh-CN" sz="2800" b="1" dirty="0">
                <a:ea typeface="仿宋_GB2312" pitchFamily="49" charset="-122"/>
              </a:rPr>
              <a:t>Email: </a:t>
            </a:r>
            <a:r>
              <a:rPr lang="en-US" altLang="zh-CN" sz="2800" b="1" dirty="0">
                <a:solidFill>
                  <a:srgbClr val="0000FF"/>
                </a:solidFill>
                <a:ea typeface="Verdana" panose="020B0604030504040204" pitchFamily="34" charset="0"/>
              </a:rPr>
              <a:t>heng</a:t>
            </a:r>
            <a:r>
              <a:rPr lang="en-US" altLang="zh-CN" sz="2800" b="1" dirty="0">
                <a:solidFill>
                  <a:srgbClr val="FF0000"/>
                </a:solidFill>
                <a:ea typeface="Verdana" panose="020B0604030504040204" pitchFamily="34" charset="0"/>
              </a:rPr>
              <a:t>chen</a:t>
            </a:r>
            <a:r>
              <a:rPr lang="en-US" altLang="zh-CN" sz="2800" b="1" dirty="0">
                <a:ea typeface="Verdana" panose="020B0604030504040204" pitchFamily="34" charset="0"/>
              </a:rPr>
              <a:t>@</a:t>
            </a:r>
            <a:r>
              <a:rPr lang="en-US" altLang="zh-CN" sz="2800" b="1" dirty="0">
                <a:solidFill>
                  <a:srgbClr val="00B050"/>
                </a:solidFill>
                <a:ea typeface="Verdana" panose="020B0604030504040204" pitchFamily="34" charset="0"/>
              </a:rPr>
              <a:t>xjtu</a:t>
            </a:r>
            <a:r>
              <a:rPr lang="en-US" altLang="zh-CN" sz="2800" b="1" dirty="0">
                <a:ea typeface="Verdana" panose="020B0604030504040204" pitchFamily="34" charset="0"/>
              </a:rPr>
              <a:t>.edu.cn</a:t>
            </a:r>
          </a:p>
          <a:p>
            <a:pPr eaLnBrk="1" hangingPunct="1">
              <a:lnSpc>
                <a:spcPct val="120000"/>
              </a:lnSpc>
            </a:pPr>
            <a:endParaRPr lang="zh-CN" altLang="en-US" sz="2400" b="1" dirty="0">
              <a:solidFill>
                <a:srgbClr val="0000FF"/>
              </a:solidFill>
              <a:ea typeface="仿宋_GB2312" pitchFamily="49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1</a:t>
            </a:r>
            <a:r>
              <a:rPr lang="zh-CN" altLang="en-US" dirty="0"/>
              <a:t>次上机实验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流水线性能分析</a:t>
            </a:r>
            <a:endParaRPr lang="en-US" altLang="zh-CN" dirty="0"/>
          </a:p>
          <a:p>
            <a:pPr lvl="1"/>
            <a:r>
              <a:rPr lang="zh-CN" altLang="en-US" dirty="0"/>
              <a:t>实验目的</a:t>
            </a:r>
            <a:endParaRPr lang="en-US" altLang="zh-CN" dirty="0"/>
          </a:p>
          <a:p>
            <a:pPr lvl="1"/>
            <a:r>
              <a:rPr lang="zh-CN" altLang="en-US" dirty="0"/>
              <a:t>实验平台</a:t>
            </a:r>
            <a:endParaRPr lang="en-US" altLang="zh-CN" dirty="0"/>
          </a:p>
          <a:p>
            <a:pPr lvl="1"/>
            <a:r>
              <a:rPr lang="zh-CN" altLang="en-US" dirty="0"/>
              <a:t>实验内容和步骤</a:t>
            </a:r>
            <a:endParaRPr lang="en-US" altLang="zh-CN" dirty="0"/>
          </a:p>
          <a:p>
            <a:pPr lvl="1"/>
            <a:r>
              <a:rPr lang="zh-CN" altLang="en-US" dirty="0"/>
              <a:t>实验结果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8A36C83-FD0B-4842-92F3-6D526A5BF9CE}" type="slidenum">
              <a:rPr lang="en-US" altLang="zh-CN" smtClean="0"/>
              <a:pPr>
                <a:defRPr/>
              </a:pPr>
              <a:t>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153141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流水线性能分析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实验目的</a:t>
            </a:r>
            <a:endParaRPr lang="en-US" altLang="zh-CN" dirty="0"/>
          </a:p>
          <a:p>
            <a:pPr lvl="1"/>
            <a:r>
              <a:rPr lang="zh-CN" altLang="en-US" dirty="0"/>
              <a:t>加深对计算机流水线基本概念的理解</a:t>
            </a:r>
            <a:r>
              <a:rPr lang="en-US" altLang="zh-CN" dirty="0"/>
              <a:t>;</a:t>
            </a:r>
          </a:p>
          <a:p>
            <a:pPr lvl="1"/>
            <a:r>
              <a:rPr lang="zh-CN" altLang="en-US" dirty="0"/>
              <a:t>理解</a:t>
            </a:r>
            <a:r>
              <a:rPr lang="en-US" altLang="zh-CN" dirty="0"/>
              <a:t>MIPS </a:t>
            </a:r>
            <a:r>
              <a:rPr lang="zh-CN" altLang="en-US" dirty="0"/>
              <a:t>结构如何用</a:t>
            </a:r>
            <a:r>
              <a:rPr lang="en-US" altLang="zh-CN" dirty="0"/>
              <a:t>5 </a:t>
            </a:r>
            <a:r>
              <a:rPr lang="zh-CN" altLang="en-US" dirty="0"/>
              <a:t>段流水线来实现，理解各段的功能和基本操作；</a:t>
            </a:r>
            <a:endParaRPr lang="en-US" altLang="zh-CN" dirty="0"/>
          </a:p>
          <a:p>
            <a:pPr lvl="1"/>
            <a:r>
              <a:rPr lang="zh-CN" altLang="en-US" dirty="0"/>
              <a:t>加深对数据冲突、结构冲突、控制冲突的理解，并能够分析这些冲突对</a:t>
            </a:r>
            <a:r>
              <a:rPr lang="en-US" altLang="zh-CN" dirty="0"/>
              <a:t>CPU </a:t>
            </a:r>
            <a:r>
              <a:rPr lang="zh-CN" altLang="en-US" dirty="0"/>
              <a:t>性能的影响；</a:t>
            </a:r>
            <a:endParaRPr lang="en-US" altLang="zh-CN" dirty="0"/>
          </a:p>
          <a:p>
            <a:pPr lvl="1"/>
            <a:r>
              <a:rPr lang="zh-CN" altLang="en-US" dirty="0"/>
              <a:t>进一步理解解决数据冲突的方法，掌握如何应用定性技术来减少数据冲突引起的流水线停顿。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8A36C83-FD0B-4842-92F3-6D526A5BF9CE}" type="slidenum">
              <a:rPr lang="en-US" altLang="zh-CN" smtClean="0"/>
              <a:pPr>
                <a:defRPr/>
              </a:pPr>
              <a:t>3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11896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流水线性能分析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实验平台</a:t>
            </a:r>
            <a:endParaRPr lang="en-US" altLang="zh-CN" dirty="0"/>
          </a:p>
          <a:p>
            <a:pPr lvl="1"/>
            <a:r>
              <a:rPr lang="zh-CN" altLang="en-US" dirty="0"/>
              <a:t>使用教材附带的流水线模拟器</a:t>
            </a:r>
            <a:r>
              <a:rPr lang="en-US" altLang="zh-CN" dirty="0" err="1"/>
              <a:t>MIPSsim</a:t>
            </a:r>
            <a:r>
              <a:rPr lang="en-US" altLang="zh-CN" dirty="0"/>
              <a:t> </a:t>
            </a:r>
            <a:r>
              <a:rPr lang="zh-CN" altLang="en-US" dirty="0"/>
              <a:t>模拟器（简称：模拟器</a:t>
            </a:r>
            <a:r>
              <a:rPr lang="en-US" altLang="zh-CN" dirty="0"/>
              <a:t>A</a:t>
            </a:r>
            <a:r>
              <a:rPr lang="zh-CN" altLang="en-US" dirty="0"/>
              <a:t>）；</a:t>
            </a:r>
            <a:endParaRPr lang="en-US" altLang="zh-CN" dirty="0"/>
          </a:p>
          <a:p>
            <a:pPr lvl="2"/>
            <a:r>
              <a:rPr lang="en-US" altLang="zh-CN" b="0" i="0" dirty="0">
                <a:solidFill>
                  <a:srgbClr val="000000"/>
                </a:solidFill>
                <a:effectLst/>
                <a:latin typeface="Hiragino Sans GB"/>
              </a:rPr>
              <a:t>3_MIPSsim.rar</a:t>
            </a:r>
          </a:p>
          <a:p>
            <a:pPr lvl="2"/>
            <a:r>
              <a:rPr lang="en-US" altLang="zh-CN" b="0" i="0" dirty="0">
                <a:solidFill>
                  <a:srgbClr val="000000"/>
                </a:solidFill>
                <a:effectLst/>
                <a:latin typeface="Hiragino Sans GB"/>
              </a:rPr>
              <a:t>3_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Hiragino Sans GB"/>
              </a:rPr>
              <a:t>方案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Hiragino Sans GB"/>
              </a:rPr>
              <a:t>3 -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Hiragino Sans GB"/>
              </a:rPr>
              <a:t>关于</a:t>
            </a:r>
            <a:r>
              <a:rPr lang="en-US" altLang="zh-CN" b="0" i="0" dirty="0" err="1">
                <a:solidFill>
                  <a:srgbClr val="000000"/>
                </a:solidFill>
                <a:effectLst/>
                <a:latin typeface="Hiragino Sans GB"/>
              </a:rPr>
              <a:t>MIPSsim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Hiragino Sans GB"/>
              </a:rPr>
              <a:t>模拟器载入程序时出现试图加载不正确的程序的解决方案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Hiragino Sans GB"/>
              </a:rPr>
              <a:t>-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Hiragino Sans GB"/>
              </a:rPr>
              <a:t>爱码网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Hiragino Sans GB"/>
              </a:rPr>
              <a:t>.pdf</a:t>
            </a:r>
            <a:endParaRPr lang="en-US" altLang="zh-CN" dirty="0">
              <a:solidFill>
                <a:srgbClr val="000000"/>
              </a:solidFill>
            </a:endParaRPr>
          </a:p>
          <a:p>
            <a:pPr lvl="1"/>
            <a:r>
              <a:rPr lang="zh-CN" altLang="en-US" dirty="0"/>
              <a:t>使用</a:t>
            </a:r>
            <a:r>
              <a:rPr lang="en-US" altLang="zh-CN" dirty="0" err="1"/>
              <a:t>WinDLX</a:t>
            </a:r>
            <a:r>
              <a:rPr lang="en-US" altLang="zh-CN" dirty="0"/>
              <a:t> </a:t>
            </a:r>
            <a:r>
              <a:rPr lang="zh-CN" altLang="en-US" dirty="0"/>
              <a:t>模拟器（简称：模拟器</a:t>
            </a:r>
            <a:r>
              <a:rPr lang="en-US" altLang="zh-CN" dirty="0"/>
              <a:t>B</a:t>
            </a:r>
            <a:r>
              <a:rPr lang="zh-CN" altLang="en-US" dirty="0"/>
              <a:t>）</a:t>
            </a:r>
            <a:endParaRPr lang="en-US" altLang="zh-CN" dirty="0"/>
          </a:p>
          <a:p>
            <a:pPr lvl="2"/>
            <a:r>
              <a:rPr lang="zh-CN" altLang="en-US" dirty="0"/>
              <a:t>模拟器</a:t>
            </a:r>
            <a:r>
              <a:rPr lang="en-US" altLang="zh-CN" dirty="0"/>
              <a:t>B </a:t>
            </a:r>
            <a:r>
              <a:rPr lang="zh-CN" altLang="en-US" dirty="0"/>
              <a:t>在</a:t>
            </a:r>
            <a:r>
              <a:rPr lang="en-US" altLang="zh-CN" dirty="0"/>
              <a:t>win3.1 </a:t>
            </a:r>
            <a:r>
              <a:rPr lang="zh-CN" altLang="en-US" dirty="0"/>
              <a:t>平台上显示效果较好，</a:t>
            </a:r>
            <a:endParaRPr lang="en-US" altLang="zh-CN" dirty="0"/>
          </a:p>
          <a:p>
            <a:pPr lvl="2"/>
            <a:r>
              <a:rPr lang="zh-CN" altLang="en-US" dirty="0"/>
              <a:t>也可以在</a:t>
            </a:r>
            <a:r>
              <a:rPr lang="en-US" altLang="zh-CN" dirty="0"/>
              <a:t>32 </a:t>
            </a:r>
            <a:r>
              <a:rPr lang="zh-CN" altLang="en-US" dirty="0"/>
              <a:t>位</a:t>
            </a:r>
            <a:r>
              <a:rPr lang="en-US" altLang="zh-CN" dirty="0"/>
              <a:t>windows </a:t>
            </a:r>
            <a:r>
              <a:rPr lang="zh-CN" altLang="en-US" dirty="0"/>
              <a:t>平台上使用，做必要的调整后</a:t>
            </a:r>
            <a:endParaRPr lang="en-US" altLang="zh-CN" dirty="0"/>
          </a:p>
          <a:p>
            <a:pPr lvl="2"/>
            <a:r>
              <a:rPr lang="en-US" altLang="zh-CN" dirty="0">
                <a:solidFill>
                  <a:srgbClr val="000000"/>
                </a:solidFill>
              </a:rPr>
              <a:t>1_WinDLX_win31.zip</a:t>
            </a:r>
          </a:p>
          <a:p>
            <a:pPr lvl="2"/>
            <a:r>
              <a:rPr lang="en-US" altLang="zh-CN" b="0" i="0" dirty="0">
                <a:solidFill>
                  <a:srgbClr val="000000"/>
                </a:solidFill>
                <a:effectLst/>
                <a:latin typeface="Hiragino Sans GB"/>
              </a:rPr>
              <a:t>2 How_to_run_WinDLX_in_Windows_32_and_64_bit.mp4</a:t>
            </a:r>
            <a:endParaRPr lang="en-US" altLang="zh-CN" dirty="0">
              <a:solidFill>
                <a:srgbClr val="0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8A36C83-FD0B-4842-92F3-6D526A5BF9CE}" type="slidenum">
              <a:rPr lang="en-US" altLang="zh-CN" smtClean="0"/>
              <a:pPr>
                <a:defRPr/>
              </a:pPr>
              <a:t>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37205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流水线性能分析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实验步骤，至少实现以下功能</a:t>
            </a:r>
            <a:endParaRPr lang="en-US" altLang="zh-CN" sz="2800" dirty="0"/>
          </a:p>
          <a:p>
            <a:pPr lvl="1"/>
            <a:r>
              <a:rPr lang="zh-CN" altLang="en-US" sz="2400" dirty="0"/>
              <a:t>能够模拟</a:t>
            </a:r>
            <a:r>
              <a:rPr lang="en-US" altLang="zh-CN" sz="2400" dirty="0"/>
              <a:t>MIPS </a:t>
            </a:r>
            <a:r>
              <a:rPr lang="zh-CN" altLang="en-US" sz="2400" dirty="0"/>
              <a:t>的</a:t>
            </a:r>
            <a:r>
              <a:rPr lang="en-US" altLang="zh-CN" sz="2400" dirty="0"/>
              <a:t>5 </a:t>
            </a:r>
            <a:r>
              <a:rPr lang="zh-CN" altLang="en-US" sz="2400" dirty="0"/>
              <a:t>段流水线，以课堂讲授为参考；</a:t>
            </a:r>
            <a:endParaRPr lang="en-US" altLang="zh-CN" sz="2400" dirty="0"/>
          </a:p>
          <a:p>
            <a:pPr lvl="1"/>
            <a:r>
              <a:rPr lang="zh-CN" altLang="en-US" sz="2400" dirty="0"/>
              <a:t>熟悉图形交互或者命令交互；</a:t>
            </a:r>
            <a:endParaRPr lang="en-US" altLang="zh-CN" sz="2400" dirty="0"/>
          </a:p>
          <a:p>
            <a:pPr lvl="1"/>
            <a:r>
              <a:rPr lang="zh-CN" altLang="en-US" sz="2400" dirty="0"/>
              <a:t>熟悉单步执行（一次一个时钟周期）、执行到断点、执行到程序结束；</a:t>
            </a:r>
            <a:endParaRPr lang="en-US" altLang="zh-CN" sz="2400" dirty="0"/>
          </a:p>
          <a:p>
            <a:pPr lvl="1"/>
            <a:r>
              <a:rPr lang="zh-CN" altLang="en-US" sz="2400" dirty="0"/>
              <a:t>掌握流水线各个段、寄存器状态的查看；</a:t>
            </a:r>
            <a:endParaRPr lang="en-US" altLang="zh-CN" sz="2400" dirty="0"/>
          </a:p>
          <a:p>
            <a:pPr lvl="1"/>
            <a:r>
              <a:rPr lang="zh-CN" altLang="en-US" sz="2400" dirty="0"/>
              <a:t>掌握是否使用定向路径的功能选项；</a:t>
            </a:r>
            <a:endParaRPr lang="en-US" altLang="zh-CN" sz="2400" dirty="0"/>
          </a:p>
          <a:p>
            <a:pPr lvl="1"/>
            <a:r>
              <a:rPr lang="zh-CN" altLang="en-US" sz="2400" dirty="0"/>
              <a:t>提供程序执行后的性能统计分析；</a:t>
            </a:r>
            <a:endParaRPr lang="en-US" altLang="zh-CN" sz="2400" dirty="0"/>
          </a:p>
          <a:p>
            <a:pPr lvl="1"/>
            <a:r>
              <a:rPr lang="zh-CN" altLang="en-US" sz="2400" dirty="0"/>
              <a:t>按照</a:t>
            </a:r>
            <a:r>
              <a:rPr lang="en-US" altLang="zh-CN" sz="2400" dirty="0"/>
              <a:t>MIPS </a:t>
            </a:r>
            <a:r>
              <a:rPr lang="zh-CN" altLang="en-US" sz="2400" dirty="0"/>
              <a:t>语法，至少支持 </a:t>
            </a:r>
            <a:r>
              <a:rPr lang="en-US" altLang="zh-CN" sz="2400" dirty="0"/>
              <a:t>load</a:t>
            </a:r>
            <a:r>
              <a:rPr lang="zh-CN" altLang="en-US" sz="2400" dirty="0"/>
              <a:t>、</a:t>
            </a:r>
            <a:r>
              <a:rPr lang="en-US" altLang="zh-CN" sz="2400" dirty="0"/>
              <a:t>store</a:t>
            </a:r>
            <a:r>
              <a:rPr lang="zh-CN" altLang="en-US" sz="2400" dirty="0"/>
              <a:t>、</a:t>
            </a:r>
            <a:r>
              <a:rPr lang="en-US" altLang="zh-CN" sz="2400" dirty="0"/>
              <a:t>add</a:t>
            </a:r>
            <a:r>
              <a:rPr lang="zh-CN" altLang="en-US" sz="2400" dirty="0"/>
              <a:t>、</a:t>
            </a:r>
            <a:r>
              <a:rPr lang="en-US" altLang="zh-CN" sz="2400" dirty="0" err="1"/>
              <a:t>beqz</a:t>
            </a:r>
            <a:r>
              <a:rPr lang="en-US" altLang="zh-CN" sz="2400" dirty="0"/>
              <a:t> </a:t>
            </a:r>
            <a:r>
              <a:rPr lang="zh-CN" altLang="en-US" sz="2400" dirty="0"/>
              <a:t>操作；</a:t>
            </a:r>
            <a:endParaRPr lang="en-US" altLang="zh-CN" sz="2400" dirty="0"/>
          </a:p>
          <a:p>
            <a:pPr lvl="1"/>
            <a:r>
              <a:rPr lang="zh-CN" altLang="en-US" sz="2400" dirty="0"/>
              <a:t>要执行的程序可以直接输入，或通过文件载入的方式运行</a:t>
            </a:r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8A36C83-FD0B-4842-92F3-6D526A5BF9CE}" type="slidenum">
              <a:rPr lang="en-US" altLang="zh-CN" smtClean="0"/>
              <a:pPr>
                <a:defRPr/>
              </a:pPr>
              <a:t>5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652813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流水线性能分析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实验步骤，至少实现以下场景</a:t>
            </a:r>
            <a:endParaRPr lang="en-US" altLang="zh-CN" dirty="0"/>
          </a:p>
          <a:p>
            <a:pPr lvl="1"/>
            <a:r>
              <a:rPr lang="zh-CN" altLang="en-US" dirty="0"/>
              <a:t>没有任何冲突的流水线场景；</a:t>
            </a:r>
          </a:p>
          <a:p>
            <a:pPr lvl="1"/>
            <a:r>
              <a:rPr lang="zh-CN" altLang="en-US" dirty="0"/>
              <a:t>有至少一次的</a:t>
            </a:r>
            <a:r>
              <a:rPr lang="en-US" altLang="zh-CN" dirty="0"/>
              <a:t>RAW </a:t>
            </a:r>
            <a:r>
              <a:rPr lang="zh-CN" altLang="en-US" dirty="0"/>
              <a:t>冲突；</a:t>
            </a:r>
          </a:p>
          <a:p>
            <a:pPr lvl="1"/>
            <a:r>
              <a:rPr lang="zh-CN" altLang="en-US" dirty="0"/>
              <a:t>有至少一次的分支跳转；</a:t>
            </a:r>
          </a:p>
          <a:p>
            <a:pPr lvl="1"/>
            <a:r>
              <a:rPr lang="zh-CN" altLang="en-US" dirty="0"/>
              <a:t>使用课堂讲授的内容，对上述每一种场景进行分析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8A36C83-FD0B-4842-92F3-6D526A5BF9CE}" type="slidenum">
              <a:rPr lang="en-US" altLang="zh-CN" smtClean="0"/>
              <a:pPr>
                <a:defRPr/>
              </a:pPr>
              <a:t>6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1643633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流水线性能分析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场景举例</a:t>
            </a:r>
            <a:endParaRPr lang="en-US" altLang="zh-CN" dirty="0"/>
          </a:p>
          <a:p>
            <a:pPr lvl="1"/>
            <a:r>
              <a:rPr lang="zh-CN" altLang="en-US" dirty="0"/>
              <a:t>没有任何冲突的流水线场景；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8A36C83-FD0B-4842-92F3-6D526A5BF9CE}" type="slidenum">
              <a:rPr lang="en-US" altLang="zh-CN" smtClean="0"/>
              <a:pPr>
                <a:defRPr/>
              </a:pPr>
              <a:t>7</a:t>
            </a:fld>
            <a:endParaRPr lang="en-US" altLang="zh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78BFA67-1A3D-4213-AF5F-208B5232BD94}"/>
              </a:ext>
            </a:extLst>
          </p:cNvPr>
          <p:cNvSpPr txBox="1"/>
          <p:nvPr/>
        </p:nvSpPr>
        <p:spPr>
          <a:xfrm>
            <a:off x="1259632" y="2564904"/>
            <a:ext cx="4579334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000000"/>
                </a:solidFill>
                <a:latin typeface="+mj-lt"/>
              </a:rPr>
              <a:t>.text</a:t>
            </a:r>
          </a:p>
          <a:p>
            <a:r>
              <a:rPr lang="zh-CN" altLang="en-US" sz="2000" dirty="0">
                <a:solidFill>
                  <a:srgbClr val="000000"/>
                </a:solidFill>
                <a:latin typeface="+mj-lt"/>
              </a:rPr>
              <a:t>main:</a:t>
            </a:r>
          </a:p>
          <a:p>
            <a:r>
              <a:rPr lang="zh-CN" altLang="en-US" sz="2000" dirty="0">
                <a:solidFill>
                  <a:srgbClr val="000000"/>
                </a:solidFill>
                <a:latin typeface="+mj-lt"/>
              </a:rPr>
              <a:t>ADDIU $r1,$r0,A</a:t>
            </a:r>
          </a:p>
          <a:p>
            <a:r>
              <a:rPr lang="zh-CN" altLang="en-US" sz="2000" dirty="0">
                <a:solidFill>
                  <a:srgbClr val="000000"/>
                </a:solidFill>
                <a:latin typeface="+mj-lt"/>
              </a:rPr>
              <a:t>LW $r2,0($r1)</a:t>
            </a:r>
          </a:p>
          <a:p>
            <a:r>
              <a:rPr lang="zh-CN" altLang="en-US" sz="2000" dirty="0">
                <a:solidFill>
                  <a:srgbClr val="000000"/>
                </a:solidFill>
                <a:latin typeface="+mj-lt"/>
              </a:rPr>
              <a:t>LW $r3,4($r1)</a:t>
            </a:r>
          </a:p>
          <a:p>
            <a:r>
              <a:rPr lang="zh-CN" altLang="en-US" sz="2000" dirty="0">
                <a:solidFill>
                  <a:srgbClr val="000000"/>
                </a:solidFill>
                <a:latin typeface="+mj-lt"/>
              </a:rPr>
              <a:t>ADDIU $r4,$r0,B</a:t>
            </a:r>
          </a:p>
          <a:p>
            <a:r>
              <a:rPr lang="zh-CN" altLang="en-US" sz="2000" dirty="0">
                <a:solidFill>
                  <a:srgbClr val="000000"/>
                </a:solidFill>
                <a:latin typeface="+mj-lt"/>
              </a:rPr>
              <a:t>SW $r2,0($r4)</a:t>
            </a:r>
          </a:p>
          <a:p>
            <a:r>
              <a:rPr lang="zh-CN" altLang="en-US" sz="2000" dirty="0">
                <a:solidFill>
                  <a:srgbClr val="000000"/>
                </a:solidFill>
                <a:latin typeface="+mj-lt"/>
              </a:rPr>
              <a:t>SW $r2,4($r4)</a:t>
            </a:r>
          </a:p>
          <a:p>
            <a:r>
              <a:rPr lang="zh-CN" altLang="en-US" sz="2000" dirty="0">
                <a:solidFill>
                  <a:srgbClr val="000000"/>
                </a:solidFill>
                <a:latin typeface="+mj-lt"/>
              </a:rPr>
              <a:t>.data</a:t>
            </a:r>
          </a:p>
          <a:p>
            <a:r>
              <a:rPr lang="zh-CN" altLang="en-US" sz="2000" dirty="0">
                <a:solidFill>
                  <a:srgbClr val="000000"/>
                </a:solidFill>
                <a:latin typeface="+mj-lt"/>
              </a:rPr>
              <a:t>A: .word 1, 2, 4, 8</a:t>
            </a:r>
          </a:p>
          <a:p>
            <a:r>
              <a:rPr lang="zh-CN" altLang="en-US" sz="2000" dirty="0">
                <a:solidFill>
                  <a:srgbClr val="000000"/>
                </a:solidFill>
                <a:latin typeface="+mj-lt"/>
              </a:rPr>
              <a:t>B: .word 1, 2, 3, 4</a:t>
            </a:r>
          </a:p>
        </p:txBody>
      </p:sp>
    </p:spTree>
    <p:extLst>
      <p:ext uri="{BB962C8B-B14F-4D97-AF65-F5344CB8AC3E}">
        <p14:creationId xmlns:p14="http://schemas.microsoft.com/office/powerpoint/2010/main" val="30149866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流水线性能分析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实验结果，完整的实验报告至少包含：</a:t>
            </a:r>
          </a:p>
          <a:p>
            <a:pPr lvl="1"/>
            <a:r>
              <a:rPr lang="zh-CN" altLang="en-US" dirty="0"/>
              <a:t>测试代码组合在模拟器</a:t>
            </a:r>
            <a:r>
              <a:rPr lang="en-US" altLang="zh-CN" dirty="0"/>
              <a:t>A </a:t>
            </a:r>
            <a:r>
              <a:rPr lang="zh-CN" altLang="en-US" dirty="0"/>
              <a:t>或</a:t>
            </a:r>
            <a:r>
              <a:rPr lang="en-US" altLang="zh-CN" dirty="0"/>
              <a:t>B </a:t>
            </a:r>
            <a:r>
              <a:rPr lang="zh-CN" altLang="en-US" dirty="0"/>
              <a:t>中的执行情况；</a:t>
            </a:r>
          </a:p>
          <a:p>
            <a:pPr lvl="1"/>
            <a:r>
              <a:rPr lang="zh-CN" altLang="en-US" dirty="0"/>
              <a:t>测试代码在模拟器的执行过程，以图文并茂的方式呈现；</a:t>
            </a:r>
          </a:p>
          <a:p>
            <a:pPr lvl="1"/>
            <a:r>
              <a:rPr lang="zh-CN" altLang="en-US" dirty="0"/>
              <a:t>实验感悟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8A36C83-FD0B-4842-92F3-6D526A5BF9CE}" type="slidenum">
              <a:rPr lang="en-US" altLang="zh-CN" smtClean="0"/>
              <a:pPr>
                <a:defRPr/>
              </a:pPr>
              <a:t>8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946247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流水线性能分析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实验结果，举例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8A36C83-FD0B-4842-92F3-6D526A5BF9CE}" type="slidenum">
              <a:rPr lang="en-US" altLang="zh-CN" smtClean="0"/>
              <a:pPr>
                <a:defRPr/>
              </a:pPr>
              <a:t>9</a:t>
            </a:fld>
            <a:endParaRPr lang="en-US" altLang="zh-CN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8FAB695-86F8-4C90-9BA4-5DD470D97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544" y="2132856"/>
            <a:ext cx="7351895" cy="1296144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A1953EA7-F68E-48E6-BEE4-C5BB94F205AB}"/>
              </a:ext>
            </a:extLst>
          </p:cNvPr>
          <p:cNvSpPr txBox="1"/>
          <p:nvPr/>
        </p:nvSpPr>
        <p:spPr>
          <a:xfrm>
            <a:off x="683568" y="3573016"/>
            <a:ext cx="777686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2400" b="0" i="0" u="none" strike="noStrike" baseline="0" dirty="0">
                <a:solidFill>
                  <a:srgbClr val="333333"/>
                </a:solidFill>
                <a:latin typeface="+mn-ea"/>
                <a:ea typeface="+mn-ea"/>
              </a:rPr>
              <a:t>打开了定向情况下，也无法避免读后写冲突，因为 </a:t>
            </a:r>
            <a:r>
              <a:rPr lang="en-US" altLang="zh-CN" sz="2400" b="0" i="0" u="none" strike="noStrike" baseline="0" dirty="0">
                <a:solidFill>
                  <a:srgbClr val="333333"/>
                </a:solidFill>
                <a:latin typeface="+mn-ea"/>
                <a:ea typeface="+mn-ea"/>
              </a:rPr>
              <a:t>LW </a:t>
            </a:r>
            <a:r>
              <a:rPr lang="zh-CN" altLang="en-US" sz="2400" b="0" i="0" u="none" strike="noStrike" baseline="0" dirty="0">
                <a:solidFill>
                  <a:srgbClr val="333333"/>
                </a:solidFill>
                <a:latin typeface="+mn-ea"/>
                <a:ea typeface="+mn-ea"/>
              </a:rPr>
              <a:t>在第四个周期访存才能得出需要的数据，所以</a:t>
            </a:r>
          </a:p>
          <a:p>
            <a:pPr algn="l"/>
            <a:r>
              <a:rPr lang="en-US" altLang="zh-CN" sz="2400" b="0" i="0" u="none" strike="noStrike" baseline="0" dirty="0">
                <a:solidFill>
                  <a:srgbClr val="333333"/>
                </a:solidFill>
                <a:latin typeface="+mn-ea"/>
                <a:ea typeface="+mn-ea"/>
              </a:rPr>
              <a:t>ADD </a:t>
            </a:r>
            <a:r>
              <a:rPr lang="zh-CN" altLang="en-US" sz="2400" b="0" i="0" u="none" strike="noStrike" baseline="0" dirty="0">
                <a:solidFill>
                  <a:srgbClr val="333333"/>
                </a:solidFill>
                <a:latin typeface="+mn-ea"/>
                <a:ea typeface="+mn-ea"/>
              </a:rPr>
              <a:t>需要等待到第五个周期才能够得到计算所需的数据。</a:t>
            </a:r>
            <a:endParaRPr lang="zh-CN" altLang="en-US" sz="24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849929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流水线性能分析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实验结果，举例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8A36C83-FD0B-4842-92F3-6D526A5BF9CE}" type="slidenum">
              <a:rPr lang="en-US" altLang="zh-CN" smtClean="0"/>
              <a:pPr>
                <a:defRPr/>
              </a:pPr>
              <a:t>10</a:t>
            </a:fld>
            <a:endParaRPr lang="en-US" altLang="zh-CN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1953EA7-F68E-48E6-BEE4-C5BB94F205AB}"/>
              </a:ext>
            </a:extLst>
          </p:cNvPr>
          <p:cNvSpPr txBox="1"/>
          <p:nvPr/>
        </p:nvSpPr>
        <p:spPr>
          <a:xfrm>
            <a:off x="611560" y="3652630"/>
            <a:ext cx="777686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 sz="2000" b="0" i="0" u="none" strike="noStrike" baseline="0" dirty="0">
                <a:solidFill>
                  <a:srgbClr val="333333"/>
                </a:solidFill>
                <a:latin typeface="+mn-ea"/>
                <a:ea typeface="+mn-ea"/>
              </a:rPr>
              <a:t>在第二行代码执行之后就得到了应该获得的</a:t>
            </a:r>
            <a:r>
              <a:rPr lang="en-US" altLang="zh-CN" sz="2000" b="0" i="0" u="none" strike="noStrike" baseline="0" dirty="0">
                <a:solidFill>
                  <a:srgbClr val="333333"/>
                </a:solidFill>
                <a:latin typeface="+mn-ea"/>
                <a:ea typeface="+mn-ea"/>
              </a:rPr>
              <a:t>r1</a:t>
            </a:r>
            <a:r>
              <a:rPr lang="zh-CN" altLang="en-US" sz="2000" b="0" i="0" u="none" strike="noStrike" baseline="0" dirty="0">
                <a:solidFill>
                  <a:srgbClr val="333333"/>
                </a:solidFill>
                <a:latin typeface="+mn-ea"/>
                <a:ea typeface="+mn-ea"/>
              </a:rPr>
              <a:t>加上</a:t>
            </a:r>
            <a:r>
              <a:rPr lang="en-US" altLang="zh-CN" sz="2000" b="0" i="0" u="none" strike="noStrike" baseline="0" dirty="0">
                <a:solidFill>
                  <a:srgbClr val="333333"/>
                </a:solidFill>
                <a:latin typeface="+mn-ea"/>
                <a:ea typeface="+mn-ea"/>
              </a:rPr>
              <a:t>1</a:t>
            </a:r>
            <a:r>
              <a:rPr lang="zh-CN" altLang="en-US" sz="2000" b="0" i="0" u="none" strike="noStrike" baseline="0" dirty="0">
                <a:solidFill>
                  <a:srgbClr val="333333"/>
                </a:solidFill>
                <a:latin typeface="+mn-ea"/>
                <a:ea typeface="+mn-ea"/>
              </a:rPr>
              <a:t>后的值，判断为</a:t>
            </a:r>
            <a:r>
              <a:rPr lang="en-US" altLang="zh-CN" sz="2000" b="0" i="0" u="none" strike="noStrike" baseline="0" dirty="0">
                <a:solidFill>
                  <a:srgbClr val="333333"/>
                </a:solidFill>
                <a:latin typeface="+mn-ea"/>
                <a:ea typeface="+mn-ea"/>
              </a:rPr>
              <a:t>0</a:t>
            </a:r>
            <a:r>
              <a:rPr lang="zh-CN" altLang="en-US" sz="2000" b="0" i="0" u="none" strike="noStrike" baseline="0" dirty="0">
                <a:solidFill>
                  <a:srgbClr val="333333"/>
                </a:solidFill>
                <a:latin typeface="+mn-ea"/>
                <a:ea typeface="+mn-ea"/>
              </a:rPr>
              <a:t>符合跳转的条件，因此需要跳转。在那之前，我们可以看到这里机器处理分支的方式是预测分支失败，也就是说，遇到分支语句，就当做无事发生继续执行接下来的指令，可以看到，在</a:t>
            </a:r>
            <a:r>
              <a:rPr lang="en-US" altLang="zh-CN" sz="2000" b="0" i="0" u="none" strike="noStrike" baseline="0" dirty="0" err="1">
                <a:solidFill>
                  <a:srgbClr val="333333"/>
                </a:solidFill>
                <a:latin typeface="+mn-ea"/>
                <a:ea typeface="+mn-ea"/>
              </a:rPr>
              <a:t>beqz</a:t>
            </a:r>
            <a:r>
              <a:rPr lang="zh-CN" altLang="en-US" sz="2000" b="0" i="0" u="none" strike="noStrike" baseline="0" dirty="0">
                <a:solidFill>
                  <a:srgbClr val="333333"/>
                </a:solidFill>
                <a:latin typeface="+mn-ea"/>
                <a:ea typeface="+mn-ea"/>
              </a:rPr>
              <a:t>指令翻译完毕后，流水线继续读取了</a:t>
            </a:r>
            <a:r>
              <a:rPr lang="en-US" altLang="zh-CN" sz="2000" b="0" i="0" u="none" strike="noStrike" baseline="0" dirty="0" err="1">
                <a:solidFill>
                  <a:srgbClr val="333333"/>
                </a:solidFill>
                <a:latin typeface="+mn-ea"/>
                <a:ea typeface="+mn-ea"/>
              </a:rPr>
              <a:t>beqz</a:t>
            </a:r>
            <a:r>
              <a:rPr lang="zh-CN" altLang="en-US" sz="2000" b="0" i="0" u="none" strike="noStrike" baseline="0" dirty="0">
                <a:solidFill>
                  <a:srgbClr val="333333"/>
                </a:solidFill>
                <a:latin typeface="+mn-ea"/>
                <a:ea typeface="+mn-ea"/>
              </a:rPr>
              <a:t>接下来的指令</a:t>
            </a:r>
            <a:endParaRPr lang="en-US" altLang="zh-CN" sz="2000" b="0" i="0" u="none" strike="noStrike" baseline="0" dirty="0">
              <a:solidFill>
                <a:srgbClr val="333333"/>
              </a:solidFill>
              <a:latin typeface="+mn-ea"/>
              <a:ea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b="0" dirty="0">
                <a:solidFill>
                  <a:srgbClr val="333333"/>
                </a:solidFill>
                <a:latin typeface="+mn-ea"/>
                <a:ea typeface="+mn-ea"/>
              </a:rPr>
              <a:t>因此，原先第四条语句已经加入流水线了，可以看出它已经经历了</a:t>
            </a:r>
            <a:r>
              <a:rPr lang="en-US" altLang="zh-CN" sz="2000" b="0" dirty="0">
                <a:solidFill>
                  <a:srgbClr val="333333"/>
                </a:solidFill>
                <a:latin typeface="+mn-ea"/>
                <a:ea typeface="+mn-ea"/>
              </a:rPr>
              <a:t>IF</a:t>
            </a:r>
            <a:r>
              <a:rPr lang="zh-CN" altLang="en-US" sz="2000" b="0" dirty="0">
                <a:solidFill>
                  <a:srgbClr val="333333"/>
                </a:solidFill>
                <a:latin typeface="+mn-ea"/>
                <a:ea typeface="+mn-ea"/>
              </a:rPr>
              <a:t>读出指令的阶段，但因为分支跳转，也就是说预测失败是不对的，事实上是需要跳转的，所以已经读进来的整条语句作废，直接被“</a:t>
            </a:r>
            <a:r>
              <a:rPr lang="en-US" altLang="zh-CN" sz="2000" b="0" dirty="0">
                <a:solidFill>
                  <a:srgbClr val="333333"/>
                </a:solidFill>
                <a:latin typeface="+mn-ea"/>
                <a:ea typeface="+mn-ea"/>
              </a:rPr>
              <a:t>aborted”</a:t>
            </a:r>
            <a:r>
              <a:rPr lang="zh-CN" altLang="en-US" sz="2000" b="0" dirty="0">
                <a:solidFill>
                  <a:srgbClr val="333333"/>
                </a:solidFill>
                <a:latin typeface="+mn-ea"/>
                <a:ea typeface="+mn-ea"/>
              </a:rPr>
              <a:t>了。</a:t>
            </a:r>
          </a:p>
        </p:txBody>
      </p:sp>
      <p:pic>
        <p:nvPicPr>
          <p:cNvPr id="7" name="图片 6" descr="2[~GLXK@M82L[6DI2C}3YP6">
            <a:extLst>
              <a:ext uri="{FF2B5EF4-FFF2-40B4-BE49-F238E27FC236}">
                <a16:creationId xmlns:a16="http://schemas.microsoft.com/office/drawing/2014/main" id="{FBA82730-72D6-4CFE-BB65-A088A572565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698580" y="1116000"/>
            <a:ext cx="5265420" cy="2500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555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作业提交要求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使用思源学堂</a:t>
            </a:r>
            <a:endParaRPr lang="en-US" altLang="zh-CN" dirty="0"/>
          </a:p>
          <a:p>
            <a:pPr lvl="1"/>
            <a:r>
              <a:rPr lang="en-US" altLang="zh-CN" dirty="0"/>
              <a:t>http://lms.xjtu.edu.cn/</a:t>
            </a:r>
          </a:p>
          <a:p>
            <a:r>
              <a:rPr lang="zh-CN" altLang="en-US" dirty="0">
                <a:sym typeface="Wingdings" panose="05000000000000000000" pitchFamily="2" charset="2"/>
              </a:rPr>
              <a:t>作业提交的截至时间为</a:t>
            </a:r>
            <a:r>
              <a:rPr lang="en-US" altLang="zh-CN" dirty="0">
                <a:sym typeface="Wingdings" panose="05000000000000000000" pitchFamily="2" charset="2"/>
              </a:rPr>
              <a:t>2</a:t>
            </a:r>
            <a:r>
              <a:rPr lang="zh-CN" altLang="en-US" dirty="0">
                <a:sym typeface="Wingdings" panose="05000000000000000000" pitchFamily="2" charset="2"/>
              </a:rPr>
              <a:t>周</a:t>
            </a:r>
            <a:r>
              <a:rPr lang="en-US" altLang="zh-CN" dirty="0">
                <a:sym typeface="Wingdings" panose="05000000000000000000" pitchFamily="2" charset="2"/>
              </a:rPr>
              <a:t>(5</a:t>
            </a:r>
            <a:r>
              <a:rPr lang="zh-CN" altLang="en-US" dirty="0">
                <a:sym typeface="Wingdings" panose="05000000000000000000" pitchFamily="2" charset="2"/>
              </a:rPr>
              <a:t>月</a:t>
            </a:r>
            <a:r>
              <a:rPr lang="en-US" altLang="zh-CN" dirty="0">
                <a:sym typeface="Wingdings" panose="05000000000000000000" pitchFamily="2" charset="2"/>
              </a:rPr>
              <a:t>8</a:t>
            </a:r>
            <a:r>
              <a:rPr lang="zh-CN" altLang="en-US" dirty="0">
                <a:sym typeface="Wingdings" panose="05000000000000000000" pitchFamily="2" charset="2"/>
              </a:rPr>
              <a:t>日</a:t>
            </a:r>
            <a:r>
              <a:rPr lang="en-US" altLang="zh-CN" dirty="0">
                <a:sym typeface="Wingdings" panose="05000000000000000000" pitchFamily="2" charset="2"/>
              </a:rPr>
              <a:t>)</a:t>
            </a:r>
            <a:r>
              <a:rPr lang="zh-CN" altLang="en-US" dirty="0">
                <a:sym typeface="Wingdings" panose="05000000000000000000" pitchFamily="2" charset="2"/>
              </a:rPr>
              <a:t>，以思源学堂的时间为准</a:t>
            </a:r>
            <a:endParaRPr lang="en-US" altLang="zh-CN" dirty="0">
              <a:sym typeface="Wingdings" panose="05000000000000000000" pitchFamily="2" charset="2"/>
            </a:endParaRPr>
          </a:p>
          <a:p>
            <a:r>
              <a:rPr lang="zh-CN" altLang="en-US" dirty="0">
                <a:sym typeface="Wingdings" panose="05000000000000000000" pitchFamily="2" charset="2"/>
              </a:rPr>
              <a:t>格式要求：</a:t>
            </a:r>
            <a:r>
              <a:rPr lang="en-US" altLang="zh-CN" dirty="0">
                <a:sym typeface="Wingdings" panose="05000000000000000000" pitchFamily="2" charset="2"/>
              </a:rPr>
              <a:t>pdf</a:t>
            </a:r>
          </a:p>
          <a:p>
            <a:r>
              <a:rPr lang="zh-CN" altLang="en-US" dirty="0">
                <a:sym typeface="Wingdings" panose="05000000000000000000" pitchFamily="2" charset="2"/>
              </a:rPr>
              <a:t>逾期提交会做扣分处理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8A36C83-FD0B-4842-92F3-6D526A5BF9CE}" type="slidenum">
              <a:rPr lang="en-US" altLang="zh-CN" smtClean="0"/>
              <a:pPr>
                <a:defRPr/>
              </a:pPr>
              <a:t>11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28461033"/>
      </p:ext>
    </p:extLst>
  </p:cSld>
  <p:clrMapOvr>
    <a:masterClrMapping/>
  </p:clrMapOvr>
</p:sld>
</file>

<file path=ppt/theme/theme1.xml><?xml version="1.0" encoding="utf-8"?>
<a:theme xmlns:a="http://schemas.openxmlformats.org/drawingml/2006/main" name="Straight Edg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MyCAFont">
      <a:majorFont>
        <a:latin typeface="Consolas"/>
        <a:ea typeface="黑体"/>
        <a:cs typeface=""/>
      </a:majorFont>
      <a:minorFont>
        <a:latin typeface="Consolas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4800" b="1" i="0" u="none" strike="noStrike" cap="none" normalizeH="0" baseline="0" smtClean="0">
            <a:ln>
              <a:noFill/>
            </a:ln>
            <a:solidFill>
              <a:srgbClr val="996633"/>
            </a:solidFill>
            <a:effectLst/>
            <a:latin typeface="隶书" pitchFamily="49" charset="-122"/>
            <a:ea typeface="隶书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4800" b="1" i="0" u="none" strike="noStrike" cap="none" normalizeH="0" baseline="0" smtClean="0">
            <a:ln>
              <a:noFill/>
            </a:ln>
            <a:solidFill>
              <a:srgbClr val="996633"/>
            </a:solidFill>
            <a:effectLst/>
            <a:latin typeface="隶书" pitchFamily="49" charset="-122"/>
            <a:ea typeface="隶书" pitchFamily="49" charset="-122"/>
          </a:defRPr>
        </a:defPPr>
      </a:lstStyle>
    </a:lnDef>
  </a:objectDefaults>
  <a:extraClrSchemeLst>
    <a:extraClrScheme>
      <a:clrScheme name="Straight Edge 1">
        <a:dk1>
          <a:srgbClr val="008080"/>
        </a:dk1>
        <a:lt1>
          <a:srgbClr val="FFFFCC"/>
        </a:lt1>
        <a:dk2>
          <a:srgbClr val="009999"/>
        </a:dk2>
        <a:lt2>
          <a:srgbClr val="FFFF99"/>
        </a:lt2>
        <a:accent1>
          <a:srgbClr val="336699"/>
        </a:accent1>
        <a:accent2>
          <a:srgbClr val="FFFF99"/>
        </a:accent2>
        <a:accent3>
          <a:srgbClr val="AACACA"/>
        </a:accent3>
        <a:accent4>
          <a:srgbClr val="DADAAE"/>
        </a:accent4>
        <a:accent5>
          <a:srgbClr val="ADB8CA"/>
        </a:accent5>
        <a:accent6>
          <a:srgbClr val="E7E78A"/>
        </a:accent6>
        <a:hlink>
          <a:srgbClr val="FFFFCC"/>
        </a:hlink>
        <a:folHlink>
          <a:srgbClr val="DDDDD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aight Edge 2">
        <a:dk1>
          <a:srgbClr val="003366"/>
        </a:dk1>
        <a:lt1>
          <a:srgbClr val="FFFFFF"/>
        </a:lt1>
        <a:dk2>
          <a:srgbClr val="003366"/>
        </a:dk2>
        <a:lt2>
          <a:srgbClr val="E3E2C7"/>
        </a:lt2>
        <a:accent1>
          <a:srgbClr val="CCCC99"/>
        </a:accent1>
        <a:accent2>
          <a:srgbClr val="003366"/>
        </a:accent2>
        <a:accent3>
          <a:srgbClr val="FFFFFF"/>
        </a:accent3>
        <a:accent4>
          <a:srgbClr val="002A56"/>
        </a:accent4>
        <a:accent5>
          <a:srgbClr val="E2E2CA"/>
        </a:accent5>
        <a:accent6>
          <a:srgbClr val="002D5C"/>
        </a:accent6>
        <a:hlink>
          <a:srgbClr val="003366"/>
        </a:hlink>
        <a:folHlink>
          <a:srgbClr val="8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aight Edge 3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DDDDDD"/>
        </a:accent1>
        <a:accent2>
          <a:srgbClr val="333333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2D2D2D"/>
        </a:accent6>
        <a:hlink>
          <a:srgbClr val="80808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aight Edge 4">
        <a:dk1>
          <a:srgbClr val="5F5F5F"/>
        </a:dk1>
        <a:lt1>
          <a:srgbClr val="FFFFFF"/>
        </a:lt1>
        <a:dk2>
          <a:srgbClr val="003366"/>
        </a:dk2>
        <a:lt2>
          <a:srgbClr val="FFFFFF"/>
        </a:lt2>
        <a:accent1>
          <a:srgbClr val="7E003F"/>
        </a:accent1>
        <a:accent2>
          <a:srgbClr val="DDDDDD"/>
        </a:accent2>
        <a:accent3>
          <a:srgbClr val="AAADB8"/>
        </a:accent3>
        <a:accent4>
          <a:srgbClr val="DADADA"/>
        </a:accent4>
        <a:accent5>
          <a:srgbClr val="C0AAAF"/>
        </a:accent5>
        <a:accent6>
          <a:srgbClr val="C8C8C8"/>
        </a:accent6>
        <a:hlink>
          <a:srgbClr val="969696"/>
        </a:hlink>
        <a:folHlink>
          <a:srgbClr val="DDDDDD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6949</TotalTime>
  <Words>807</Words>
  <Application>Microsoft Office PowerPoint</Application>
  <PresentationFormat>全屏显示(4:3)</PresentationFormat>
  <Paragraphs>87</Paragraphs>
  <Slides>11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2" baseType="lpstr">
      <vt:lpstr>Hiragino Sans GB</vt:lpstr>
      <vt:lpstr>黑体</vt:lpstr>
      <vt:lpstr>华文楷体</vt:lpstr>
      <vt:lpstr>华文行楷</vt:lpstr>
      <vt:lpstr>隶书</vt:lpstr>
      <vt:lpstr>微软雅黑</vt:lpstr>
      <vt:lpstr>Arial</vt:lpstr>
      <vt:lpstr>Consolas</vt:lpstr>
      <vt:lpstr>Times New Roman</vt:lpstr>
      <vt:lpstr>Wingdings</vt:lpstr>
      <vt:lpstr>Straight Edge</vt:lpstr>
      <vt:lpstr>计算机体系结构</vt:lpstr>
      <vt:lpstr>第1次上机实验</vt:lpstr>
      <vt:lpstr>流水线性能分析</vt:lpstr>
      <vt:lpstr>流水线性能分析</vt:lpstr>
      <vt:lpstr>流水线性能分析</vt:lpstr>
      <vt:lpstr>流水线性能分析</vt:lpstr>
      <vt:lpstr>流水线性能分析</vt:lpstr>
      <vt:lpstr>流水线性能分析</vt:lpstr>
      <vt:lpstr>流水线性能分析</vt:lpstr>
      <vt:lpstr>流水线性能分析</vt:lpstr>
      <vt:lpstr>作业提交要求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计算机体系结构</dc:title>
  <dc:creator>XJTUarch</dc:creator>
  <cp:lastModifiedBy>chen</cp:lastModifiedBy>
  <cp:revision>16</cp:revision>
  <cp:lastPrinted>2012-02-15T08:53:58Z</cp:lastPrinted>
  <dcterms:created xsi:type="dcterms:W3CDTF">2001-11-18T11:43:33Z</dcterms:created>
  <dcterms:modified xsi:type="dcterms:W3CDTF">2026-04-24T02:43:14Z</dcterms:modified>
</cp:coreProperties>
</file>